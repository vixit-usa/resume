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7" r:id="rId2"/>
  </p:sldMasterIdLst>
  <p:notesMasterIdLst>
    <p:notesMasterId r:id="rId4"/>
  </p:notesMasterIdLst>
  <p:sldIdLst>
    <p:sldId id="2147473440"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60A60-3288-9442-9C79-AB85BD0BFAD8}" v="24" dt="2025-12-01T23:25:55.1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85" autoAdjust="0"/>
    <p:restoredTop sz="94660"/>
  </p:normalViewPr>
  <p:slideViewPr>
    <p:cSldViewPr snapToGrid="0">
      <p:cViewPr varScale="1">
        <p:scale>
          <a:sx n="136" d="100"/>
          <a:sy n="136" d="100"/>
        </p:scale>
        <p:origin x="952"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dwaj, Vixit (Cognizant)" userId="de70cffd-a5bf-49ea-b57d-a42de9786f16" providerId="ADAL" clId="{38A96E06-8B7B-58BB-84C6-0ECFBD6622EA}"/>
    <pc:docChg chg="undo custSel modSld">
      <pc:chgData name="Bhardwaj, Vixit (Cognizant)" userId="de70cffd-a5bf-49ea-b57d-a42de9786f16" providerId="ADAL" clId="{38A96E06-8B7B-58BB-84C6-0ECFBD6622EA}" dt="2025-12-01T23:39:01.207" v="1971" actId="1076"/>
      <pc:docMkLst>
        <pc:docMk/>
      </pc:docMkLst>
      <pc:sldChg chg="addSp delSp modSp mod">
        <pc:chgData name="Bhardwaj, Vixit (Cognizant)" userId="de70cffd-a5bf-49ea-b57d-a42de9786f16" providerId="ADAL" clId="{38A96E06-8B7B-58BB-84C6-0ECFBD6622EA}" dt="2025-12-01T23:39:01.207" v="1971" actId="1076"/>
        <pc:sldMkLst>
          <pc:docMk/>
          <pc:sldMk cId="2202836992" sldId="2147473440"/>
        </pc:sldMkLst>
        <pc:spChg chg="mod">
          <ac:chgData name="Bhardwaj, Vixit (Cognizant)" userId="de70cffd-a5bf-49ea-b57d-a42de9786f16" providerId="ADAL" clId="{38A96E06-8B7B-58BB-84C6-0ECFBD6622EA}" dt="2025-12-01T23:12:57.636" v="1175" actId="1076"/>
          <ac:spMkLst>
            <pc:docMk/>
            <pc:sldMk cId="2202836992" sldId="2147473440"/>
            <ac:spMk id="4" creationId="{B0F45495-E941-33B9-F906-5039B3C4B024}"/>
          </ac:spMkLst>
        </pc:spChg>
        <pc:spChg chg="mod">
          <ac:chgData name="Bhardwaj, Vixit (Cognizant)" userId="de70cffd-a5bf-49ea-b57d-a42de9786f16" providerId="ADAL" clId="{38A96E06-8B7B-58BB-84C6-0ECFBD6622EA}" dt="2025-12-01T23:36:16.931" v="1952" actId="14100"/>
          <ac:spMkLst>
            <pc:docMk/>
            <pc:sldMk cId="2202836992" sldId="2147473440"/>
            <ac:spMk id="5" creationId="{7BE6DA75-652A-02B0-E5FF-AA9C406C6900}"/>
          </ac:spMkLst>
        </pc:spChg>
        <pc:spChg chg="add del">
          <ac:chgData name="Bhardwaj, Vixit (Cognizant)" userId="de70cffd-a5bf-49ea-b57d-a42de9786f16" providerId="ADAL" clId="{38A96E06-8B7B-58BB-84C6-0ECFBD6622EA}" dt="2025-12-01T22:29:25.200" v="97" actId="22"/>
          <ac:spMkLst>
            <pc:docMk/>
            <pc:sldMk cId="2202836992" sldId="2147473440"/>
            <ac:spMk id="6" creationId="{F7982469-6E0E-9AF9-447F-16FB1EA99C6E}"/>
          </ac:spMkLst>
        </pc:spChg>
        <pc:spChg chg="add mod">
          <ac:chgData name="Bhardwaj, Vixit (Cognizant)" userId="de70cffd-a5bf-49ea-b57d-a42de9786f16" providerId="ADAL" clId="{38A96E06-8B7B-58BB-84C6-0ECFBD6622EA}" dt="2025-12-01T22:29:35.334" v="99" actId="767"/>
          <ac:spMkLst>
            <pc:docMk/>
            <pc:sldMk cId="2202836992" sldId="2147473440"/>
            <ac:spMk id="7" creationId="{FF2D2150-9A5B-2D6B-59AC-D3A026C2C561}"/>
          </ac:spMkLst>
        </pc:spChg>
        <pc:spChg chg="add mod">
          <ac:chgData name="Bhardwaj, Vixit (Cognizant)" userId="de70cffd-a5bf-49ea-b57d-a42de9786f16" providerId="ADAL" clId="{38A96E06-8B7B-58BB-84C6-0ECFBD6622EA}" dt="2025-12-01T23:38:04.331" v="1963" actId="1035"/>
          <ac:spMkLst>
            <pc:docMk/>
            <pc:sldMk cId="2202836992" sldId="2147473440"/>
            <ac:spMk id="9" creationId="{AB2D7422-9B23-80E9-05EE-65A86D2C8551}"/>
          </ac:spMkLst>
        </pc:spChg>
        <pc:spChg chg="mod">
          <ac:chgData name="Bhardwaj, Vixit (Cognizant)" userId="de70cffd-a5bf-49ea-b57d-a42de9786f16" providerId="ADAL" clId="{38A96E06-8B7B-58BB-84C6-0ECFBD6622EA}" dt="2025-12-01T23:13:19.531" v="1178" actId="14100"/>
          <ac:spMkLst>
            <pc:docMk/>
            <pc:sldMk cId="2202836992" sldId="2147473440"/>
            <ac:spMk id="27" creationId="{DE71229D-D8A2-714D-DAEA-FB977F52251B}"/>
          </ac:spMkLst>
        </pc:spChg>
        <pc:spChg chg="mod">
          <ac:chgData name="Bhardwaj, Vixit (Cognizant)" userId="de70cffd-a5bf-49ea-b57d-a42de9786f16" providerId="ADAL" clId="{38A96E06-8B7B-58BB-84C6-0ECFBD6622EA}" dt="2025-12-01T23:38:04.331" v="1963" actId="1035"/>
          <ac:spMkLst>
            <pc:docMk/>
            <pc:sldMk cId="2202836992" sldId="2147473440"/>
            <ac:spMk id="28" creationId="{0E328110-6F4F-02EF-E5F3-3903DA0AD821}"/>
          </ac:spMkLst>
        </pc:spChg>
        <pc:spChg chg="mod">
          <ac:chgData name="Bhardwaj, Vixit (Cognizant)" userId="de70cffd-a5bf-49ea-b57d-a42de9786f16" providerId="ADAL" clId="{38A96E06-8B7B-58BB-84C6-0ECFBD6622EA}" dt="2025-12-01T23:34:29.036" v="1922" actId="14100"/>
          <ac:spMkLst>
            <pc:docMk/>
            <pc:sldMk cId="2202836992" sldId="2147473440"/>
            <ac:spMk id="33" creationId="{F3520D73-2502-1CE6-5E8D-2B8E5BB9B1C1}"/>
          </ac:spMkLst>
        </pc:spChg>
        <pc:spChg chg="mod">
          <ac:chgData name="Bhardwaj, Vixit (Cognizant)" userId="de70cffd-a5bf-49ea-b57d-a42de9786f16" providerId="ADAL" clId="{38A96E06-8B7B-58BB-84C6-0ECFBD6622EA}" dt="2025-12-01T23:18:54.811" v="1215" actId="14100"/>
          <ac:spMkLst>
            <pc:docMk/>
            <pc:sldMk cId="2202836992" sldId="2147473440"/>
            <ac:spMk id="34" creationId="{219830CA-34B4-F805-B366-4395D044378C}"/>
          </ac:spMkLst>
        </pc:spChg>
        <pc:spChg chg="mod">
          <ac:chgData name="Bhardwaj, Vixit (Cognizant)" userId="de70cffd-a5bf-49ea-b57d-a42de9786f16" providerId="ADAL" clId="{38A96E06-8B7B-58BB-84C6-0ECFBD6622EA}" dt="2025-12-01T23:38:28.584" v="1967" actId="14100"/>
          <ac:spMkLst>
            <pc:docMk/>
            <pc:sldMk cId="2202836992" sldId="2147473440"/>
            <ac:spMk id="35" creationId="{753E8DB9-4C2D-C46D-C7EE-2E46B490FBAD}"/>
          </ac:spMkLst>
        </pc:spChg>
        <pc:spChg chg="mod">
          <ac:chgData name="Bhardwaj, Vixit (Cognizant)" userId="de70cffd-a5bf-49ea-b57d-a42de9786f16" providerId="ADAL" clId="{38A96E06-8B7B-58BB-84C6-0ECFBD6622EA}" dt="2025-12-01T23:38:48.251" v="1970" actId="14100"/>
          <ac:spMkLst>
            <pc:docMk/>
            <pc:sldMk cId="2202836992" sldId="2147473440"/>
            <ac:spMk id="36" creationId="{76BF2170-9BA3-E08A-7557-C92B82847606}"/>
          </ac:spMkLst>
        </pc:spChg>
        <pc:spChg chg="mod">
          <ac:chgData name="Bhardwaj, Vixit (Cognizant)" userId="de70cffd-a5bf-49ea-b57d-a42de9786f16" providerId="ADAL" clId="{38A96E06-8B7B-58BB-84C6-0ECFBD6622EA}" dt="2025-12-01T23:04:49.651" v="946" actId="20577"/>
          <ac:spMkLst>
            <pc:docMk/>
            <pc:sldMk cId="2202836992" sldId="2147473440"/>
            <ac:spMk id="44" creationId="{3F0BE697-A6A9-DE2F-5891-3806F269042C}"/>
          </ac:spMkLst>
        </pc:spChg>
        <pc:spChg chg="mod">
          <ac:chgData name="Bhardwaj, Vixit (Cognizant)" userId="de70cffd-a5bf-49ea-b57d-a42de9786f16" providerId="ADAL" clId="{38A96E06-8B7B-58BB-84C6-0ECFBD6622EA}" dt="2025-12-01T23:38:37.672" v="1968" actId="1076"/>
          <ac:spMkLst>
            <pc:docMk/>
            <pc:sldMk cId="2202836992" sldId="2147473440"/>
            <ac:spMk id="45" creationId="{81D020D4-C2D8-475E-3A9C-6F0B0D32CFB0}"/>
          </ac:spMkLst>
        </pc:spChg>
        <pc:spChg chg="mod">
          <ac:chgData name="Bhardwaj, Vixit (Cognizant)" userId="de70cffd-a5bf-49ea-b57d-a42de9786f16" providerId="ADAL" clId="{38A96E06-8B7B-58BB-84C6-0ECFBD6622EA}" dt="2025-12-01T23:39:01.207" v="1971" actId="1076"/>
          <ac:spMkLst>
            <pc:docMk/>
            <pc:sldMk cId="2202836992" sldId="2147473440"/>
            <ac:spMk id="46" creationId="{7738138D-847D-BC78-F572-7EBE75D0C70B}"/>
          </ac:spMkLst>
        </pc:spChg>
        <pc:spChg chg="mod">
          <ac:chgData name="Bhardwaj, Vixit (Cognizant)" userId="de70cffd-a5bf-49ea-b57d-a42de9786f16" providerId="ADAL" clId="{38A96E06-8B7B-58BB-84C6-0ECFBD6622EA}" dt="2025-12-01T23:35:35.165" v="1948" actId="14100"/>
          <ac:spMkLst>
            <pc:docMk/>
            <pc:sldMk cId="2202836992" sldId="2147473440"/>
            <ac:spMk id="47" creationId="{2B146BD2-9884-ED31-C18A-C9A2D5F08A19}"/>
          </ac:spMkLst>
        </pc:spChg>
        <pc:spChg chg="mod">
          <ac:chgData name="Bhardwaj, Vixit (Cognizant)" userId="de70cffd-a5bf-49ea-b57d-a42de9786f16" providerId="ADAL" clId="{38A96E06-8B7B-58BB-84C6-0ECFBD6622EA}" dt="2025-12-01T23:35:55.020" v="1950" actId="255"/>
          <ac:spMkLst>
            <pc:docMk/>
            <pc:sldMk cId="2202836992" sldId="2147473440"/>
            <ac:spMk id="49" creationId="{D79D7F5C-8908-9C0A-2289-EE7204E6B466}"/>
          </ac:spMkLst>
        </pc:spChg>
        <pc:spChg chg="del">
          <ac:chgData name="Bhardwaj, Vixit (Cognizant)" userId="de70cffd-a5bf-49ea-b57d-a42de9786f16" providerId="ADAL" clId="{38A96E06-8B7B-58BB-84C6-0ECFBD6622EA}" dt="2025-12-01T23:24:57.323" v="1472" actId="478"/>
          <ac:spMkLst>
            <pc:docMk/>
            <pc:sldMk cId="2202836992" sldId="2147473440"/>
            <ac:spMk id="50" creationId="{BA4B939D-42F3-346D-89C3-4EFBD6DCA0D0}"/>
          </ac:spMkLst>
        </pc:spChg>
        <pc:spChg chg="del mod">
          <ac:chgData name="Bhardwaj, Vixit (Cognizant)" userId="de70cffd-a5bf-49ea-b57d-a42de9786f16" providerId="ADAL" clId="{38A96E06-8B7B-58BB-84C6-0ECFBD6622EA}" dt="2025-12-01T23:25:43.326" v="1476" actId="478"/>
          <ac:spMkLst>
            <pc:docMk/>
            <pc:sldMk cId="2202836992" sldId="2147473440"/>
            <ac:spMk id="51" creationId="{D1E83C27-3D2C-536D-129C-4CF643864F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38248-ACC3-45F0-B519-6C332770279F}" type="datetimeFigureOut">
              <a:rPr lang="en-IN" smtClean="0"/>
              <a:t>01/12/25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74B15-8C84-4AF1-937D-4032064EABAB}" type="slidenum">
              <a:rPr lang="en-IN" smtClean="0"/>
              <a:t>‹#›</a:t>
            </a:fld>
            <a:endParaRPr lang="en-IN"/>
          </a:p>
        </p:txBody>
      </p:sp>
    </p:spTree>
    <p:extLst>
      <p:ext uri="{BB962C8B-B14F-4D97-AF65-F5344CB8AC3E}">
        <p14:creationId xmlns:p14="http://schemas.microsoft.com/office/powerpoint/2010/main" val="4034996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F726-1DF1-6B59-67D7-09CDCC88FF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9F0899-EB07-0716-6324-8C7719C839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BEA886-59B8-017E-6476-2A8800C72C66}"/>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5" name="Footer Placeholder 4">
            <a:extLst>
              <a:ext uri="{FF2B5EF4-FFF2-40B4-BE49-F238E27FC236}">
                <a16:creationId xmlns:a16="http://schemas.microsoft.com/office/drawing/2014/main" id="{D20A5840-C9BA-A6D2-38DC-F07CB6EE6A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81F9C-A944-4C83-9B39-E8B000E5E171}"/>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2923126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5B02-2D82-BA11-EAB2-3071BD0B30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004CE4-833D-C5C7-5FA4-AEA8430A26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960AAE-C4C9-8845-F98E-27677DADD67D}"/>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5" name="Footer Placeholder 4">
            <a:extLst>
              <a:ext uri="{FF2B5EF4-FFF2-40B4-BE49-F238E27FC236}">
                <a16:creationId xmlns:a16="http://schemas.microsoft.com/office/drawing/2014/main" id="{F1F43031-EE8E-6DD7-46F6-79082A5D1E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6B39EB-2B30-E352-BDB1-0947997B6157}"/>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3780168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F505A-52F7-886F-2BB1-0CE10091D1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734BB9-158F-9771-5370-6C9E63E9CE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5C9A30-2D1B-6770-07C6-79B5BD20A1BA}"/>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5" name="Footer Placeholder 4">
            <a:extLst>
              <a:ext uri="{FF2B5EF4-FFF2-40B4-BE49-F238E27FC236}">
                <a16:creationId xmlns:a16="http://schemas.microsoft.com/office/drawing/2014/main" id="{39B6C73D-5F2A-3965-F796-E933393F44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9B00-7B7E-2E5C-3489-3BAC218EAB37}"/>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527614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00CD-1BD0-66BA-4B74-4B3563E0E1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3D2CEE-3F09-3367-1E4D-F5183CA5F5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AD0784-CCEF-4CA4-A866-8CEAF5FE6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678255-2617-8C97-0DE0-1DD25FD4BE22}"/>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6" name="Footer Placeholder 5">
            <a:extLst>
              <a:ext uri="{FF2B5EF4-FFF2-40B4-BE49-F238E27FC236}">
                <a16:creationId xmlns:a16="http://schemas.microsoft.com/office/drawing/2014/main" id="{519154D8-2E06-C244-6F1A-B24558A70D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BAAFD3-95E0-6BDB-C07D-F3C497A7FB34}"/>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1851257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A7645-40CC-3FF1-DD4A-974607DED9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A4B4CD-0510-340F-947A-047F097740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5C23AE-B243-3FAA-A44F-04ABA6C2F1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6665F5-9467-8FEC-671B-27F9061AF5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E25A94-1F63-39DE-8F28-D371BF47C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89079C-BACE-B034-390A-658E361FF979}"/>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8" name="Footer Placeholder 7">
            <a:extLst>
              <a:ext uri="{FF2B5EF4-FFF2-40B4-BE49-F238E27FC236}">
                <a16:creationId xmlns:a16="http://schemas.microsoft.com/office/drawing/2014/main" id="{3855C840-A303-FD20-FCCF-85744D8A3B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26FB71-2B3C-EA4B-AF89-77B523C7C1DA}"/>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66501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E9558-4929-5222-1564-F932F6F169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EC80AEF-7802-634C-AB9F-7ABB0B1EAE5A}"/>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4" name="Footer Placeholder 3">
            <a:extLst>
              <a:ext uri="{FF2B5EF4-FFF2-40B4-BE49-F238E27FC236}">
                <a16:creationId xmlns:a16="http://schemas.microsoft.com/office/drawing/2014/main" id="{4E8AFFB5-FA36-3EE2-0921-195B8958C6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008B97-754A-780B-FFD8-E70F439CD12E}"/>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87562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EBCFB9-F141-6E40-E411-7B39E2A1B388}"/>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3" name="Footer Placeholder 2">
            <a:extLst>
              <a:ext uri="{FF2B5EF4-FFF2-40B4-BE49-F238E27FC236}">
                <a16:creationId xmlns:a16="http://schemas.microsoft.com/office/drawing/2014/main" id="{7026DF61-A3DF-1C62-F0A2-BDEE20AAAB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F3686F-E321-DC6B-4175-56D1B4C2A61F}"/>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47899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AB99-6146-6243-6E13-C08194A050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F8632D7-1B1E-8CE9-E560-D5EA89BF03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384182-F0EC-AB80-1692-B4B8614F3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4BD429-C808-A9CE-E8DE-0621AC08F6A5}"/>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6" name="Footer Placeholder 5">
            <a:extLst>
              <a:ext uri="{FF2B5EF4-FFF2-40B4-BE49-F238E27FC236}">
                <a16:creationId xmlns:a16="http://schemas.microsoft.com/office/drawing/2014/main" id="{97873930-59A3-49DF-069D-9C8B2D5BAA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219223-AE4D-00D1-1D4E-B62AADF97BB8}"/>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1525905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560BA-AF2D-4837-AD72-5861A1F7E5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BD9F8DD-3283-C235-7865-E88D8CCCAB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F864BF5-C228-C559-3BAD-6E4500CE23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3FE71C-D621-91A7-1163-75CAE0938180}"/>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6" name="Footer Placeholder 5">
            <a:extLst>
              <a:ext uri="{FF2B5EF4-FFF2-40B4-BE49-F238E27FC236}">
                <a16:creationId xmlns:a16="http://schemas.microsoft.com/office/drawing/2014/main" id="{265D5258-BA23-C2DC-6F56-D6DE78458A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4FD11-B63B-16EC-C7DD-26CFE7612E28}"/>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1034467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963B-9440-C80B-2C95-1D6D26EC91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81CDBE-E191-D3E7-10BA-B94848A4F0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4244F2-1CD9-4CF8-3623-0245B3C51135}"/>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5" name="Footer Placeholder 4">
            <a:extLst>
              <a:ext uri="{FF2B5EF4-FFF2-40B4-BE49-F238E27FC236}">
                <a16:creationId xmlns:a16="http://schemas.microsoft.com/office/drawing/2014/main" id="{72F3543B-1648-7CB5-39E8-CD66B04C29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DE55BC-A58F-52CB-9103-4AC0617098B8}"/>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71190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F1CCB9-0A04-1ABC-04A2-68681A6CD7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18719B-9F7D-2D54-8E49-4A099A96EC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56F43A-752A-EC0A-7904-50BE4ED4D1E5}"/>
              </a:ext>
            </a:extLst>
          </p:cNvPr>
          <p:cNvSpPr>
            <a:spLocks noGrp="1"/>
          </p:cNvSpPr>
          <p:nvPr>
            <p:ph type="dt" sz="half" idx="10"/>
          </p:nvPr>
        </p:nvSpPr>
        <p:spPr/>
        <p:txBody>
          <a:bodyPr/>
          <a:lstStyle/>
          <a:p>
            <a:fld id="{9EADA43E-2DF5-480E-B879-266FC5894DEB}" type="datetimeFigureOut">
              <a:rPr lang="en-IN" smtClean="0"/>
              <a:t>01/12/25</a:t>
            </a:fld>
            <a:endParaRPr lang="en-IN"/>
          </a:p>
        </p:txBody>
      </p:sp>
      <p:sp>
        <p:nvSpPr>
          <p:cNvPr id="5" name="Footer Placeholder 4">
            <a:extLst>
              <a:ext uri="{FF2B5EF4-FFF2-40B4-BE49-F238E27FC236}">
                <a16:creationId xmlns:a16="http://schemas.microsoft.com/office/drawing/2014/main" id="{173C435C-4177-8979-0F00-8C8C00C53D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CE406E-F813-6931-87B3-E842076E205F}"/>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911667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369332"/>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599FAE45-F8BC-40F3-9164-D36C18C3F03A}"/>
              </a:ext>
            </a:extLst>
          </p:cNvPr>
          <p:cNvSpPr>
            <a:spLocks noGrp="1"/>
          </p:cNvSpPr>
          <p:nvPr>
            <p:ph type="ftr" sz="quarter" idx="11"/>
          </p:nvPr>
        </p:nvSpPr>
        <p:spPr/>
        <p:txBody>
          <a:bodyPr/>
          <a:lstStyle/>
          <a:p>
            <a:r>
              <a:rPr lang="en-US"/>
              <a:t>© 2022 Cognizant</a:t>
            </a:r>
          </a:p>
        </p:txBody>
      </p:sp>
      <p:sp>
        <p:nvSpPr>
          <p:cNvPr id="7" name="Slide Number Placeholder 6">
            <a:extLst>
              <a:ext uri="{FF2B5EF4-FFF2-40B4-BE49-F238E27FC236}">
                <a16:creationId xmlns:a16="http://schemas.microsoft.com/office/drawing/2014/main" id="{FB3BC111-2740-46AF-A4EE-25875C41C2BA}"/>
              </a:ext>
            </a:extLst>
          </p:cNvPr>
          <p:cNvSpPr>
            <a:spLocks noGrp="1"/>
          </p:cNvSpPr>
          <p:nvPr>
            <p:ph type="sldNum" sz="quarter" idx="12"/>
          </p:nvPr>
        </p:nvSpPr>
        <p:spPr>
          <a:xfrm>
            <a:off x="513467" y="6356315"/>
            <a:ext cx="304800" cy="153888"/>
          </a:xfrm>
        </p:spPr>
        <p:txBody>
          <a:bodyPr/>
          <a:lstStyle>
            <a:lvl1pPr>
              <a:defRPr sz="1000">
                <a:solidFill>
                  <a:srgbClr val="0033A0"/>
                </a:solidFill>
              </a:defRPr>
            </a:lvl1pPr>
          </a:lstStyle>
          <a:p>
            <a:fld id="{2EFEF571-C9B4-4D92-A7F7-315B894862A8}" type="slidenum">
              <a:rPr lang="en-US" smtClean="0"/>
              <a:pPr/>
              <a:t>‹#›</a:t>
            </a:fld>
            <a:endParaRPr lang="en-US"/>
          </a:p>
        </p:txBody>
      </p:sp>
      <p:pic>
        <p:nvPicPr>
          <p:cNvPr id="5" name="Picture 4">
            <a:extLst>
              <a:ext uri="{FF2B5EF4-FFF2-40B4-BE49-F238E27FC236}">
                <a16:creationId xmlns:a16="http://schemas.microsoft.com/office/drawing/2014/main" id="{9A8872FF-F4A9-EC4C-AFA7-65B0DF88167F}"/>
              </a:ext>
            </a:extLst>
          </p:cNvPr>
          <p:cNvPicPr>
            <a:picLocks noChangeAspect="1"/>
          </p:cNvPicPr>
          <p:nvPr userDrawn="1"/>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561839" y="6325193"/>
            <a:ext cx="1362108" cy="408632"/>
          </a:xfrm>
          <a:prstGeom prst="rect">
            <a:avLst/>
          </a:prstGeom>
        </p:spPr>
      </p:pic>
    </p:spTree>
    <p:extLst>
      <p:ext uri="{BB962C8B-B14F-4D97-AF65-F5344CB8AC3E}">
        <p14:creationId xmlns:p14="http://schemas.microsoft.com/office/powerpoint/2010/main" val="2904822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Header &amp; 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36933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8107680"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D7A35C2-C0F4-49D9-B722-67323A6F7FD1}"/>
              </a:ext>
            </a:extLst>
          </p:cNvPr>
          <p:cNvSpPr>
            <a:spLocks noGrp="1"/>
          </p:cNvSpPr>
          <p:nvPr>
            <p:ph type="dt" sz="half" idx="14"/>
          </p:nvPr>
        </p:nvSpPr>
        <p:spPr/>
        <p:txBody>
          <a:bodyPr/>
          <a:lstStyle/>
          <a:p>
            <a:fld id="{29509183-A3A4-4971-BEBF-1DCDFEAEA734}" type="datetime1">
              <a:rPr lang="en-US" smtClean="0"/>
              <a:t>12/1/25</a:t>
            </a:fld>
            <a:endParaRPr lang="en-US" dirty="0"/>
          </a:p>
        </p:txBody>
      </p:sp>
      <p:sp>
        <p:nvSpPr>
          <p:cNvPr id="6" name="Footer Placeholder 5">
            <a:extLst>
              <a:ext uri="{FF2B5EF4-FFF2-40B4-BE49-F238E27FC236}">
                <a16:creationId xmlns:a16="http://schemas.microsoft.com/office/drawing/2014/main" id="{F38FFCDF-15C2-443A-9747-477B83B8CFC9}"/>
              </a:ext>
            </a:extLst>
          </p:cNvPr>
          <p:cNvSpPr>
            <a:spLocks noGrp="1"/>
          </p:cNvSpPr>
          <p:nvPr>
            <p:ph type="ftr" sz="quarter" idx="15"/>
          </p:nvPr>
        </p:nvSpPr>
        <p:spPr/>
        <p:txBody>
          <a:bodyPr/>
          <a:lstStyle/>
          <a:p>
            <a:r>
              <a:rPr lang="en-US"/>
              <a:t>© 2018 Cognizant</a:t>
            </a:r>
            <a:endParaRPr lang="en-US" dirty="0"/>
          </a:p>
        </p:txBody>
      </p:sp>
      <p:sp>
        <p:nvSpPr>
          <p:cNvPr id="7" name="Slide Number Placeholder 6">
            <a:extLst>
              <a:ext uri="{FF2B5EF4-FFF2-40B4-BE49-F238E27FC236}">
                <a16:creationId xmlns:a16="http://schemas.microsoft.com/office/drawing/2014/main" id="{C4063F49-35A6-44FE-8D1B-AF1E3728CAC2}"/>
              </a:ext>
            </a:extLst>
          </p:cNvPr>
          <p:cNvSpPr>
            <a:spLocks noGrp="1"/>
          </p:cNvSpPr>
          <p:nvPr>
            <p:ph type="sldNum" sz="quarter" idx="16"/>
          </p:nvPr>
        </p:nvSpPr>
        <p:spPr/>
        <p:txBody>
          <a:bodyPr/>
          <a:lstStyle/>
          <a:p>
            <a:fld id="{2EFEF571-C9B4-4D92-A7F7-315B894862A8}" type="slidenum">
              <a:rPr lang="en-US" smtClean="0"/>
              <a:pPr/>
              <a:t>‹#›</a:t>
            </a:fld>
            <a:endParaRPr lang="en-US" dirty="0"/>
          </a:p>
        </p:txBody>
      </p:sp>
      <p:cxnSp>
        <p:nvCxnSpPr>
          <p:cNvPr id="11" name="Straight Connector 10">
            <a:extLst>
              <a:ext uri="{FF2B5EF4-FFF2-40B4-BE49-F238E27FC236}">
                <a16:creationId xmlns:a16="http://schemas.microsoft.com/office/drawing/2014/main" id="{4C6EBED9-9EFE-447A-BEE0-FCC12D286A7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B87AFB02-A938-4E08-B29B-ED6F9D443187}"/>
              </a:ext>
            </a:extLst>
          </p:cNvPr>
          <p:cNvPicPr>
            <a:picLocks noChangeAspect="1"/>
          </p:cNvPicPr>
          <p:nvPr userDrawn="1"/>
        </p:nvPicPr>
        <p:blipFill>
          <a:blip r:embed="rId2"/>
          <a:stretch>
            <a:fillRect/>
          </a:stretch>
        </p:blipFill>
        <p:spPr bwMode="black">
          <a:xfrm>
            <a:off x="9981217" y="6373368"/>
            <a:ext cx="1704217" cy="365760"/>
          </a:xfrm>
          <a:prstGeom prst="rect">
            <a:avLst/>
          </a:prstGeom>
        </p:spPr>
      </p:pic>
    </p:spTree>
    <p:extLst>
      <p:ext uri="{BB962C8B-B14F-4D97-AF65-F5344CB8AC3E}">
        <p14:creationId xmlns:p14="http://schemas.microsoft.com/office/powerpoint/2010/main" val="4048313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ue Graphic Single Line Title">
    <p:spTree>
      <p:nvGrpSpPr>
        <p:cNvPr id="1" name=""/>
        <p:cNvGrpSpPr/>
        <p:nvPr/>
      </p:nvGrpSpPr>
      <p:grpSpPr>
        <a:xfrm>
          <a:off x="0" y="0"/>
          <a:ext cx="0" cy="0"/>
          <a:chOff x="0" y="0"/>
          <a:chExt cx="0" cy="0"/>
        </a:xfrm>
      </p:grpSpPr>
      <p:pic>
        <p:nvPicPr>
          <p:cNvPr id="11" name="Picture 10" descr="A picture containing animal&#10;&#10;Description automatically generated">
            <a:extLst>
              <a:ext uri="{FF2B5EF4-FFF2-40B4-BE49-F238E27FC236}">
                <a16:creationId xmlns:a16="http://schemas.microsoft.com/office/drawing/2014/main" id="{760CAE04-42F6-C14D-AB3C-36D5B9FC9F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861"/>
            <a:ext cx="12192000" cy="6861724"/>
          </a:xfrm>
          <a:prstGeom prst="rect">
            <a:avLst/>
          </a:prstGeom>
        </p:spPr>
      </p:pic>
      <p:sp>
        <p:nvSpPr>
          <p:cNvPr id="2" name="Rectangle 1">
            <a:extLst>
              <a:ext uri="{FF2B5EF4-FFF2-40B4-BE49-F238E27FC236}">
                <a16:creationId xmlns:a16="http://schemas.microsoft.com/office/drawing/2014/main" id="{C638E5F3-76E5-C042-960D-4D3913A473AF}"/>
              </a:ext>
            </a:extLst>
          </p:cNvPr>
          <p:cNvSpPr/>
          <p:nvPr userDrawn="1"/>
        </p:nvSpPr>
        <p:spPr>
          <a:xfrm>
            <a:off x="0" y="0"/>
            <a:ext cx="12192000" cy="6858000"/>
          </a:xfrm>
          <a:prstGeom prst="rect">
            <a:avLst/>
          </a:prstGeom>
          <a:gradFill>
            <a:gsLst>
              <a:gs pos="59000">
                <a:schemeClr val="accent1">
                  <a:alpha val="96000"/>
                </a:schemeClr>
              </a:gs>
              <a:gs pos="25000">
                <a:schemeClr val="accent3">
                  <a:alpha val="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21" name="Picture 20">
            <a:extLst>
              <a:ext uri="{FF2B5EF4-FFF2-40B4-BE49-F238E27FC236}">
                <a16:creationId xmlns:a16="http://schemas.microsoft.com/office/drawing/2014/main" id="{C6865CC2-EE1E-B44E-B46B-DD0F56CB7AB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2160" y="510502"/>
            <a:ext cx="3499417" cy="744557"/>
          </a:xfrm>
          <a:prstGeom prst="rect">
            <a:avLst/>
          </a:prstGeom>
        </p:spPr>
      </p:pic>
      <p:sp>
        <p:nvSpPr>
          <p:cNvPr id="10" name="Title 1">
            <a:extLst>
              <a:ext uri="{FF2B5EF4-FFF2-40B4-BE49-F238E27FC236}">
                <a16:creationId xmlns:a16="http://schemas.microsoft.com/office/drawing/2014/main" id="{331B7D22-96C5-D744-AB8D-7183965D3C96}"/>
              </a:ext>
            </a:extLst>
          </p:cNvPr>
          <p:cNvSpPr>
            <a:spLocks noGrp="1"/>
          </p:cNvSpPr>
          <p:nvPr>
            <p:ph type="ctrTitle" hasCustomPrompt="1"/>
          </p:nvPr>
        </p:nvSpPr>
        <p:spPr bwMode="white">
          <a:xfrm>
            <a:off x="552218" y="2451021"/>
            <a:ext cx="11131783" cy="738664"/>
          </a:xfrm>
          <a:prstGeom prst="rect">
            <a:avLst/>
          </a:prstGeom>
        </p:spPr>
        <p:txBody>
          <a:bodyPr wrap="square" anchor="ctr" anchorCtr="0">
            <a:spAutoFit/>
          </a:bodyPr>
          <a:lstStyle>
            <a:lvl1pPr algn="l">
              <a:defRPr sz="5333"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2" name="Straight Connector 11">
            <a:extLst>
              <a:ext uri="{FF2B5EF4-FFF2-40B4-BE49-F238E27FC236}">
                <a16:creationId xmlns:a16="http://schemas.microsoft.com/office/drawing/2014/main" id="{EB22C6B8-2F6B-8947-A2A3-ED9E370F7326}"/>
              </a:ext>
            </a:extLst>
          </p:cNvPr>
          <p:cNvCxnSpPr>
            <a:cxnSpLocks/>
          </p:cNvCxnSpPr>
          <p:nvPr userDrawn="1"/>
        </p:nvCxnSpPr>
        <p:spPr bwMode="white">
          <a:xfrm flipH="1">
            <a:off x="523863" y="4116591"/>
            <a:ext cx="2892613"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9BC14C20-C069-724B-A635-DC1F5CCF8035}"/>
              </a:ext>
            </a:extLst>
          </p:cNvPr>
          <p:cNvSpPr>
            <a:spLocks noGrp="1"/>
          </p:cNvSpPr>
          <p:nvPr>
            <p:ph type="body" sz="quarter" idx="12" hasCustomPrompt="1"/>
          </p:nvPr>
        </p:nvSpPr>
        <p:spPr>
          <a:xfrm>
            <a:off x="552218" y="3269357"/>
            <a:ext cx="11103597" cy="541969"/>
          </a:xfrm>
        </p:spPr>
        <p:txBody>
          <a:bodyPr anchor="ctr" anchorCtr="0">
            <a:noAutofit/>
          </a:bodyPr>
          <a:lstStyle>
            <a:lvl1pPr marL="0" indent="0">
              <a:buFont typeface="Arial" panose="020B0604020202020204" pitchFamily="34" charset="0"/>
              <a:buNone/>
              <a:defRPr sz="2667">
                <a:solidFill>
                  <a:schemeClr val="bg1"/>
                </a:solidFill>
              </a:defRPr>
            </a:lvl1pPr>
            <a:lvl2pPr marL="0" indent="0">
              <a:buNone/>
              <a:defRPr>
                <a:solidFill>
                  <a:schemeClr val="bg2"/>
                </a:solidFill>
              </a:defRPr>
            </a:lvl2pPr>
            <a:lvl3pPr marL="304792" indent="0">
              <a:buNone/>
              <a:defRPr/>
            </a:lvl3pPr>
          </a:lstStyle>
          <a:p>
            <a:pPr lvl="0"/>
            <a:r>
              <a:rPr lang="en-US"/>
              <a:t>Speaker’s Full Name or Subtitle</a:t>
            </a:r>
          </a:p>
        </p:txBody>
      </p:sp>
      <p:sp>
        <p:nvSpPr>
          <p:cNvPr id="14" name="Text Placeholder 20">
            <a:extLst>
              <a:ext uri="{FF2B5EF4-FFF2-40B4-BE49-F238E27FC236}">
                <a16:creationId xmlns:a16="http://schemas.microsoft.com/office/drawing/2014/main" id="{939A0796-1F5C-6743-A1D0-11A18609B23E}"/>
              </a:ext>
            </a:extLst>
          </p:cNvPr>
          <p:cNvSpPr>
            <a:spLocks noGrp="1"/>
          </p:cNvSpPr>
          <p:nvPr>
            <p:ph type="body" sz="quarter" idx="13" hasCustomPrompt="1"/>
          </p:nvPr>
        </p:nvSpPr>
        <p:spPr>
          <a:xfrm>
            <a:off x="552218" y="4275932"/>
            <a:ext cx="11099364" cy="338667"/>
          </a:xfrm>
        </p:spPr>
        <p:txBody>
          <a:bodyPr anchor="ctr" anchorCtr="0">
            <a:normAutofit/>
          </a:bodyPr>
          <a:lstStyle>
            <a:lvl1pPr>
              <a:defRPr sz="2133">
                <a:solidFill>
                  <a:schemeClr val="accent4"/>
                </a:solidFill>
              </a:defRPr>
            </a:lvl1pPr>
          </a:lstStyle>
          <a:p>
            <a:r>
              <a:rPr lang="en-US"/>
              <a:t>Speaker title and/or date</a:t>
            </a:r>
          </a:p>
        </p:txBody>
      </p:sp>
      <p:sp>
        <p:nvSpPr>
          <p:cNvPr id="15" name="Footer Placeholder 8">
            <a:extLst>
              <a:ext uri="{FF2B5EF4-FFF2-40B4-BE49-F238E27FC236}">
                <a16:creationId xmlns:a16="http://schemas.microsoft.com/office/drawing/2014/main" id="{0B9CC9C9-D971-3041-A81C-BA9E6B2248B4}"/>
              </a:ext>
            </a:extLst>
          </p:cNvPr>
          <p:cNvSpPr>
            <a:spLocks noGrp="1"/>
          </p:cNvSpPr>
          <p:nvPr>
            <p:ph type="ftr" sz="quarter" idx="3"/>
          </p:nvPr>
        </p:nvSpPr>
        <p:spPr>
          <a:xfrm>
            <a:off x="508000" y="6260549"/>
            <a:ext cx="6096000" cy="249655"/>
          </a:xfrm>
          <a:prstGeom prst="rect">
            <a:avLst/>
          </a:prstGeom>
        </p:spPr>
        <p:txBody>
          <a:bodyPr vert="horz" lIns="0" tIns="0" rIns="0" bIns="0" rtlCol="0" anchor="b" anchorCtr="0"/>
          <a:lstStyle>
            <a:lvl1pPr algn="l">
              <a:defRPr sz="1067">
                <a:solidFill>
                  <a:schemeClr val="bg2"/>
                </a:solidFill>
                <a:latin typeface="Arial" panose="020B0604020202020204" pitchFamily="34" charset="0"/>
                <a:cs typeface="Arial" panose="020B0604020202020204" pitchFamily="34" charset="0"/>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dirty="0"/>
              <a:t>© 2022 Cognizant</a:t>
            </a:r>
          </a:p>
        </p:txBody>
      </p:sp>
    </p:spTree>
    <p:extLst>
      <p:ext uri="{BB962C8B-B14F-4D97-AF65-F5344CB8AC3E}">
        <p14:creationId xmlns:p14="http://schemas.microsoft.com/office/powerpoint/2010/main" val="41114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63BEA9-8A8D-76AC-360E-F2342AB98D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140205-939E-FE9A-447F-5592EA4295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BC5147-521F-A423-C138-FF3749F60E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DA43E-2DF5-480E-B879-266FC5894DEB}" type="datetimeFigureOut">
              <a:rPr lang="en-IN" smtClean="0"/>
              <a:t>01/12/25</a:t>
            </a:fld>
            <a:endParaRPr lang="en-IN"/>
          </a:p>
        </p:txBody>
      </p:sp>
      <p:sp>
        <p:nvSpPr>
          <p:cNvPr id="5" name="Footer Placeholder 4">
            <a:extLst>
              <a:ext uri="{FF2B5EF4-FFF2-40B4-BE49-F238E27FC236}">
                <a16:creationId xmlns:a16="http://schemas.microsoft.com/office/drawing/2014/main" id="{7C0B0113-F7EE-0707-3DC7-068242728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FB50958-1075-827D-FC3C-4B3E677C10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1B753-BF6C-40CB-BFD0-328B62489581}" type="slidenum">
              <a:rPr lang="en-IN" smtClean="0"/>
              <a:t>‹#›</a:t>
            </a:fld>
            <a:endParaRPr lang="en-IN"/>
          </a:p>
        </p:txBody>
      </p:sp>
    </p:spTree>
    <p:extLst>
      <p:ext uri="{BB962C8B-B14F-4D97-AF65-F5344CB8AC3E}">
        <p14:creationId xmlns:p14="http://schemas.microsoft.com/office/powerpoint/2010/main" val="364760155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512064" y="365760"/>
            <a:ext cx="11171936" cy="828040"/>
          </a:xfrm>
          <a:prstGeom prst="rect">
            <a:avLst/>
          </a:prstGeom>
        </p:spPr>
        <p:txBody>
          <a:bodyPr vert="horz" lIns="0" tIns="0" rIns="0" bIns="0" rtlCol="0" anchor="t" anchorCtr="0">
            <a:noAutofit/>
          </a:bodyPr>
          <a:lstStyle/>
          <a:p>
            <a:r>
              <a:rPr lang="en-US"/>
              <a:t>Click to edit Master title style</a:t>
            </a:r>
            <a:br>
              <a:rPr lang="en-US"/>
            </a:br>
            <a:endParaRPr lang="en-US"/>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512064" y="1457739"/>
            <a:ext cx="11171936" cy="450574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880515" y="6260549"/>
            <a:ext cx="6096000" cy="249655"/>
          </a:xfrm>
          <a:prstGeom prst="rect">
            <a:avLst/>
          </a:prstGeom>
        </p:spPr>
        <p:txBody>
          <a:bodyPr vert="horz" lIns="0" tIns="0" rIns="0" bIns="0" rtlCol="0" anchor="b" anchorCtr="0"/>
          <a:lstStyle>
            <a:lvl1pPr algn="l">
              <a:defRPr sz="1067">
                <a:solidFill>
                  <a:schemeClr val="tx1"/>
                </a:solidFill>
                <a:latin typeface="Arial" panose="020B0604020202020204" pitchFamily="34" charset="0"/>
                <a:cs typeface="Arial" panose="020B0604020202020204" pitchFamily="34" charset="0"/>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dirty="0"/>
              <a:t>© 2021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513467" y="6346055"/>
            <a:ext cx="304800" cy="164148"/>
          </a:xfrm>
          <a:prstGeom prst="rect">
            <a:avLst/>
          </a:prstGeom>
        </p:spPr>
        <p:txBody>
          <a:bodyPr vert="horz" lIns="0" tIns="0" rIns="0" bIns="0" rtlCol="0" anchor="b" anchorCtr="0">
            <a:spAutoFit/>
          </a:bodyPr>
          <a:lstStyle>
            <a:lvl1pPr algn="l">
              <a:defRPr sz="1067"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dirty="0"/>
          </a:p>
        </p:txBody>
      </p:sp>
      <p:pic>
        <p:nvPicPr>
          <p:cNvPr id="7" name="Picture 6">
            <a:extLst>
              <a:ext uri="{FF2B5EF4-FFF2-40B4-BE49-F238E27FC236}">
                <a16:creationId xmlns:a16="http://schemas.microsoft.com/office/drawing/2014/main" id="{A75C5FF7-2DC4-5442-BB0D-C1FF3C41C2F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10298626" y="6322756"/>
            <a:ext cx="1385375" cy="297329"/>
          </a:xfrm>
          <a:prstGeom prst="rect">
            <a:avLst/>
          </a:prstGeom>
        </p:spPr>
      </p:pic>
    </p:spTree>
    <p:extLst>
      <p:ext uri="{BB962C8B-B14F-4D97-AF65-F5344CB8AC3E}">
        <p14:creationId xmlns:p14="http://schemas.microsoft.com/office/powerpoint/2010/main" val="3158219039"/>
      </p:ext>
    </p:extLst>
  </p:cSld>
  <p:clrMap bg1="lt1" tx1="dk1" bg2="lt2" tx2="dk2" accent1="accent1" accent2="accent2" accent3="accent3" accent4="accent4" accent5="accent5" accent6="accent6" hlink="hlink" folHlink="folHlink"/>
  <p:sldLayoutIdLst>
    <p:sldLayoutId id="2147483678" r:id="rId1"/>
  </p:sldLayoutIdLst>
  <p:hf hdr="0" dt="0"/>
  <p:txStyles>
    <p:titleStyle>
      <a:lvl1pPr algn="l" defTabSz="121914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1219140" rtl="0" eaLnBrk="1" latinLnBrk="0" hangingPunct="1">
        <a:lnSpc>
          <a:spcPct val="100000"/>
        </a:lnSpc>
        <a:spcBef>
          <a:spcPts val="800"/>
        </a:spcBef>
        <a:buFont typeface="Arial" panose="020B0604020202020204" pitchFamily="34" charset="0"/>
        <a:buNone/>
        <a:defRPr sz="2400" kern="1200">
          <a:solidFill>
            <a:schemeClr val="tx2">
              <a:lumMod val="75000"/>
              <a:lumOff val="25000"/>
            </a:schemeClr>
          </a:solidFill>
          <a:latin typeface="Arial" panose="020B0604020202020204" pitchFamily="34" charset="0"/>
          <a:ea typeface="+mn-ea"/>
          <a:cs typeface="Arial" panose="020B0604020202020204" pitchFamily="34" charset="0"/>
        </a:defRPr>
      </a:lvl1pPr>
      <a:lvl2pPr marL="228594" indent="-228594" algn="l" defTabSz="1219140" rtl="0" eaLnBrk="1" latinLnBrk="0" hangingPunct="1">
        <a:lnSpc>
          <a:spcPct val="100000"/>
        </a:lnSpc>
        <a:spcBef>
          <a:spcPts val="800"/>
        </a:spcBef>
        <a:buClrTx/>
        <a:buSzPct val="125000"/>
        <a:buFont typeface="Arial" panose="020B0604020202020204" pitchFamily="34" charset="0"/>
        <a:buChar char="•"/>
        <a:tabLst/>
        <a:defRPr sz="1867" kern="1200">
          <a:solidFill>
            <a:schemeClr val="tx2">
              <a:lumMod val="75000"/>
              <a:lumOff val="25000"/>
            </a:schemeClr>
          </a:solidFill>
          <a:latin typeface="Arial" panose="020B0604020202020204" pitchFamily="34" charset="0"/>
          <a:ea typeface="+mn-ea"/>
          <a:cs typeface="Arial" panose="020B0604020202020204" pitchFamily="34" charset="0"/>
        </a:defRPr>
      </a:lvl2pPr>
      <a:lvl3pPr marL="533387" indent="-228594" algn="l" defTabSz="1219140" rtl="0" eaLnBrk="1" latinLnBrk="0" hangingPunct="1">
        <a:lnSpc>
          <a:spcPct val="100000"/>
        </a:lnSpc>
        <a:spcBef>
          <a:spcPts val="533"/>
        </a:spcBef>
        <a:buClrTx/>
        <a:buSzPct val="100000"/>
        <a:buFont typeface="Arial" panose="020B0604020202020204" pitchFamily="34" charset="0"/>
        <a:buChar char="–"/>
        <a:tabLst/>
        <a:defRPr sz="1600" kern="1200">
          <a:solidFill>
            <a:schemeClr val="tx2">
              <a:lumMod val="75000"/>
              <a:lumOff val="25000"/>
            </a:schemeClr>
          </a:solidFill>
          <a:latin typeface="Arial" panose="020B0604020202020204" pitchFamily="34" charset="0"/>
          <a:ea typeface="+mn-ea"/>
          <a:cs typeface="Arial" panose="020B0604020202020204" pitchFamily="34" charset="0"/>
        </a:defRPr>
      </a:lvl3pPr>
      <a:lvl4pPr marL="764098" indent="-154513" algn="l" defTabSz="1219140" rtl="0" eaLnBrk="1" latinLnBrk="0" hangingPunct="1">
        <a:lnSpc>
          <a:spcPct val="100000"/>
        </a:lnSpc>
        <a:spcBef>
          <a:spcPts val="533"/>
        </a:spcBef>
        <a:buClrTx/>
        <a:buSzPct val="100000"/>
        <a:buFont typeface="Arial" panose="020B0604020202020204" pitchFamily="34" charset="0"/>
        <a:buChar char="•"/>
        <a:tabLst/>
        <a:defRPr sz="1400" kern="1200">
          <a:solidFill>
            <a:schemeClr val="tx2">
              <a:lumMod val="75000"/>
              <a:lumOff val="25000"/>
            </a:schemeClr>
          </a:solidFill>
          <a:latin typeface="Arial" panose="020B0604020202020204" pitchFamily="34" charset="0"/>
          <a:ea typeface="+mn-ea"/>
          <a:cs typeface="Arial" panose="020B0604020202020204" pitchFamily="34" charset="0"/>
        </a:defRPr>
      </a:lvl4pPr>
      <a:lvl5pPr marL="1145089" indent="-230712" algn="l" defTabSz="1219140" rtl="0" eaLnBrk="1" latinLnBrk="0" hangingPunct="1">
        <a:lnSpc>
          <a:spcPct val="100000"/>
        </a:lnSpc>
        <a:spcBef>
          <a:spcPts val="533"/>
        </a:spcBef>
        <a:buClrTx/>
        <a:buSzPct val="100000"/>
        <a:buFont typeface="Arial" panose="020B0604020202020204" pitchFamily="34" charset="0"/>
        <a:buChar char="–"/>
        <a:tabLst/>
        <a:defRPr sz="1200" kern="1200">
          <a:solidFill>
            <a:schemeClr val="tx2">
              <a:lumMod val="75000"/>
              <a:lumOff val="25000"/>
            </a:schemeClr>
          </a:solidFill>
          <a:latin typeface="Arial" panose="020B0604020202020204" pitchFamily="34" charset="0"/>
          <a:ea typeface="+mn-ea"/>
          <a:cs typeface="Arial" panose="020B0604020202020204" pitchFamily="34" charset="0"/>
        </a:defRPr>
      </a:lvl5pPr>
      <a:lvl6pPr marL="1523925" indent="-304784" algn="l" defTabSz="121914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09" indent="-304784" algn="l" defTabSz="121914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493" indent="-304784" algn="l" defTabSz="121914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493" indent="-304784" algn="l" defTabSz="121914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0">
          <p15:clr>
            <a:srgbClr val="F26B43"/>
          </p15:clr>
        </p15:guide>
        <p15:guide id="3" pos="5520">
          <p15:clr>
            <a:srgbClr val="F26B43"/>
          </p15:clr>
        </p15:guide>
        <p15:guide id="4" orient="horz" pos="2988">
          <p15:clr>
            <a:srgbClr val="F26B43"/>
          </p15:clr>
        </p15:guide>
        <p15:guide id="5" orient="horz" pos="5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jp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https://drm.file.force.com/servlet/servlet.ImageServer?id=0153k00000A5Mu8&amp;oid=00DF0000000gZsu&amp;lastMod=1617694251000"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E6DA75-652A-02B0-E5FF-AA9C406C6900}"/>
              </a:ext>
            </a:extLst>
          </p:cNvPr>
          <p:cNvSpPr>
            <a:spLocks noGrp="1"/>
          </p:cNvSpPr>
          <p:nvPr>
            <p:ph type="title"/>
          </p:nvPr>
        </p:nvSpPr>
        <p:spPr>
          <a:xfrm>
            <a:off x="512063" y="365759"/>
            <a:ext cx="11322195" cy="515683"/>
          </a:xfrm>
        </p:spPr>
        <p:txBody>
          <a:bodyPr>
            <a:normAutofit fontScale="90000"/>
          </a:bodyPr>
          <a:lstStyle/>
          <a:p>
            <a:r>
              <a:rPr lang="en-IN" dirty="0"/>
              <a:t>Vixit Bhardwaj – Technical Program Manager</a:t>
            </a:r>
          </a:p>
        </p:txBody>
      </p:sp>
      <p:sp>
        <p:nvSpPr>
          <p:cNvPr id="3" name="Footer Placeholder 2">
            <a:extLst>
              <a:ext uri="{FF2B5EF4-FFF2-40B4-BE49-F238E27FC236}">
                <a16:creationId xmlns:a16="http://schemas.microsoft.com/office/drawing/2014/main" id="{95A398F4-8411-217A-FCD0-9766E06F6D50}"/>
              </a:ext>
            </a:extLst>
          </p:cNvPr>
          <p:cNvSpPr>
            <a:spLocks noGrp="1"/>
          </p:cNvSpPr>
          <p:nvPr>
            <p:ph type="ftr" sz="quarter" idx="11"/>
          </p:nvPr>
        </p:nvSpPr>
        <p:spPr>
          <a:xfrm>
            <a:off x="4046438" y="6471839"/>
            <a:ext cx="4114800" cy="365125"/>
          </a:xfrm>
        </p:spPr>
        <p:txBody>
          <a:bodyPr/>
          <a:lstStyle/>
          <a:p>
            <a:r>
              <a:rPr lang="en-US" dirty="0"/>
              <a:t>© 2025 Cognizant Confidential</a:t>
            </a:r>
          </a:p>
        </p:txBody>
      </p:sp>
      <p:sp>
        <p:nvSpPr>
          <p:cNvPr id="4" name="Slide Number Placeholder 3">
            <a:extLst>
              <a:ext uri="{FF2B5EF4-FFF2-40B4-BE49-F238E27FC236}">
                <a16:creationId xmlns:a16="http://schemas.microsoft.com/office/drawing/2014/main" id="{B0F45495-E941-33B9-F906-5039B3C4B024}"/>
              </a:ext>
            </a:extLst>
          </p:cNvPr>
          <p:cNvSpPr>
            <a:spLocks noGrp="1"/>
          </p:cNvSpPr>
          <p:nvPr>
            <p:ph type="sldNum" sz="quarter" idx="12"/>
          </p:nvPr>
        </p:nvSpPr>
        <p:spPr>
          <a:xfrm>
            <a:off x="512064" y="6492240"/>
            <a:ext cx="306203" cy="236194"/>
          </a:xfrm>
        </p:spPr>
        <p:txBody>
          <a:bodyPr/>
          <a:lstStyle/>
          <a:p>
            <a:fld id="{C53E075B-3175-45CF-B3C7-FEDF3F5961E3}" type="slidenum">
              <a:rPr lang="en-US" smtClean="0"/>
              <a:pPr/>
              <a:t>1</a:t>
            </a:fld>
            <a:endParaRPr lang="en-US" dirty="0"/>
          </a:p>
        </p:txBody>
      </p:sp>
      <p:sp>
        <p:nvSpPr>
          <p:cNvPr id="25" name="Rectangle 24">
            <a:extLst>
              <a:ext uri="{FF2B5EF4-FFF2-40B4-BE49-F238E27FC236}">
                <a16:creationId xmlns:a16="http://schemas.microsoft.com/office/drawing/2014/main" id="{2079CB6C-E240-B190-AE9D-DFDAA54BCBC8}"/>
              </a:ext>
            </a:extLst>
          </p:cNvPr>
          <p:cNvSpPr/>
          <p:nvPr/>
        </p:nvSpPr>
        <p:spPr>
          <a:xfrm>
            <a:off x="447972" y="1222407"/>
            <a:ext cx="1198179" cy="11935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DE71229D-D8A2-714D-DAEA-FB977F52251B}"/>
              </a:ext>
            </a:extLst>
          </p:cNvPr>
          <p:cNvSpPr/>
          <p:nvPr/>
        </p:nvSpPr>
        <p:spPr>
          <a:xfrm>
            <a:off x="447971" y="2515408"/>
            <a:ext cx="5134681" cy="34296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Profile Summary - TPM</a:t>
            </a:r>
          </a:p>
        </p:txBody>
      </p:sp>
      <p:sp>
        <p:nvSpPr>
          <p:cNvPr id="28" name="Rectangle 27">
            <a:extLst>
              <a:ext uri="{FF2B5EF4-FFF2-40B4-BE49-F238E27FC236}">
                <a16:creationId xmlns:a16="http://schemas.microsoft.com/office/drawing/2014/main" id="{0E328110-6F4F-02EF-E5F3-3903DA0AD821}"/>
              </a:ext>
            </a:extLst>
          </p:cNvPr>
          <p:cNvSpPr/>
          <p:nvPr/>
        </p:nvSpPr>
        <p:spPr>
          <a:xfrm>
            <a:off x="445993" y="4681784"/>
            <a:ext cx="2586205" cy="3286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Client Stakeholder Management</a:t>
            </a:r>
            <a:endParaRPr lang="en-IN" sz="1200" dirty="0"/>
          </a:p>
        </p:txBody>
      </p:sp>
      <p:sp>
        <p:nvSpPr>
          <p:cNvPr id="29" name="Rectangle 28">
            <a:extLst>
              <a:ext uri="{FF2B5EF4-FFF2-40B4-BE49-F238E27FC236}">
                <a16:creationId xmlns:a16="http://schemas.microsoft.com/office/drawing/2014/main" id="{0D9BDC23-FB4E-44D3-32ED-7F4BDEEAA133}"/>
              </a:ext>
            </a:extLst>
          </p:cNvPr>
          <p:cNvSpPr/>
          <p:nvPr/>
        </p:nvSpPr>
        <p:spPr>
          <a:xfrm>
            <a:off x="5736658" y="1145405"/>
            <a:ext cx="2637322"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Relevant Experience</a:t>
            </a:r>
          </a:p>
        </p:txBody>
      </p:sp>
      <p:sp>
        <p:nvSpPr>
          <p:cNvPr id="33" name="Rectangle 32">
            <a:extLst>
              <a:ext uri="{FF2B5EF4-FFF2-40B4-BE49-F238E27FC236}">
                <a16:creationId xmlns:a16="http://schemas.microsoft.com/office/drawing/2014/main" id="{F3520D73-2502-1CE6-5E8D-2B8E5BB9B1C1}"/>
              </a:ext>
            </a:extLst>
          </p:cNvPr>
          <p:cNvSpPr/>
          <p:nvPr/>
        </p:nvSpPr>
        <p:spPr>
          <a:xfrm>
            <a:off x="5736657" y="1145406"/>
            <a:ext cx="6097603" cy="523872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219830CA-34B4-F805-B366-4395D044378C}"/>
              </a:ext>
            </a:extLst>
          </p:cNvPr>
          <p:cNvSpPr/>
          <p:nvPr/>
        </p:nvSpPr>
        <p:spPr>
          <a:xfrm>
            <a:off x="447972" y="2815092"/>
            <a:ext cx="5134679" cy="1785104"/>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753E8DB9-4C2D-C46D-C7EE-2E46B490FBAD}"/>
              </a:ext>
            </a:extLst>
          </p:cNvPr>
          <p:cNvSpPr/>
          <p:nvPr/>
        </p:nvSpPr>
        <p:spPr>
          <a:xfrm>
            <a:off x="446149" y="5010413"/>
            <a:ext cx="2574812" cy="134515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76BF2170-9BA3-E08A-7557-C92B82847606}"/>
              </a:ext>
            </a:extLst>
          </p:cNvPr>
          <p:cNvSpPr/>
          <p:nvPr/>
        </p:nvSpPr>
        <p:spPr>
          <a:xfrm>
            <a:off x="3094918" y="5019927"/>
            <a:ext cx="2487734" cy="13642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629111F0-9329-E06A-640A-AA9B986BB29C}"/>
              </a:ext>
            </a:extLst>
          </p:cNvPr>
          <p:cNvSpPr txBox="1"/>
          <p:nvPr/>
        </p:nvSpPr>
        <p:spPr>
          <a:xfrm>
            <a:off x="1800155" y="1135718"/>
            <a:ext cx="2963915" cy="261610"/>
          </a:xfrm>
          <a:prstGeom prst="rect">
            <a:avLst/>
          </a:prstGeom>
          <a:noFill/>
        </p:spPr>
        <p:txBody>
          <a:bodyPr wrap="square">
            <a:spAutoFit/>
          </a:bodyPr>
          <a:lstStyle/>
          <a:p>
            <a:r>
              <a:rPr lang="en-US" sz="1100" dirty="0"/>
              <a:t>5 x Salesforce Certified</a:t>
            </a:r>
            <a:endParaRPr lang="en-IN" sz="1100" dirty="0"/>
          </a:p>
        </p:txBody>
      </p:sp>
      <p:sp>
        <p:nvSpPr>
          <p:cNvPr id="44" name="TextBox 43">
            <a:extLst>
              <a:ext uri="{FF2B5EF4-FFF2-40B4-BE49-F238E27FC236}">
                <a16:creationId xmlns:a16="http://schemas.microsoft.com/office/drawing/2014/main" id="{3F0BE697-A6A9-DE2F-5891-3806F269042C}"/>
              </a:ext>
            </a:extLst>
          </p:cNvPr>
          <p:cNvSpPr txBox="1"/>
          <p:nvPr/>
        </p:nvSpPr>
        <p:spPr>
          <a:xfrm>
            <a:off x="434756" y="2859733"/>
            <a:ext cx="5097204" cy="1785104"/>
          </a:xfrm>
          <a:prstGeom prst="rect">
            <a:avLst/>
          </a:prstGeom>
          <a:noFill/>
        </p:spPr>
        <p:txBody>
          <a:bodyPr wrap="square">
            <a:spAutoFit/>
          </a:bodyPr>
          <a:lstStyle/>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Detail oriented  Salesforce Technical Program Manager with extensive experience in leading enterprise scales programs across Sales Cloud, Service Cloud; Experience  Cloud and Custom Lightning Solutions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Tracking overall PI progress across all products - Active and KLO</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Monitoring POD-wise Sprint progress, velocity, identifying and resolving roadblocks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Participating in Partner business roadmap and review to identify the possible impact on A&amp;C Products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Expertise includes integration strategy (REST / SOAP, MuleSoft) Data migration, security &amp; compliance, DevOps and Salesforce best practices.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Working with Architects to translate complex business requirements to solutions</a:t>
            </a:r>
          </a:p>
          <a:p>
            <a:endParaRPr lang="en-US" sz="1000" dirty="0">
              <a:solidFill>
                <a:schemeClr val="tx2"/>
              </a:solidFill>
              <a:latin typeface="Arial" panose="020B0604020202020204" pitchFamily="34" charset="0"/>
              <a:cs typeface="Arial" panose="020B0604020202020204" pitchFamily="34" charset="0"/>
            </a:endParaRPr>
          </a:p>
        </p:txBody>
      </p:sp>
      <p:sp>
        <p:nvSpPr>
          <p:cNvPr id="45" name="Content Placeholder 2">
            <a:extLst>
              <a:ext uri="{FF2B5EF4-FFF2-40B4-BE49-F238E27FC236}">
                <a16:creationId xmlns:a16="http://schemas.microsoft.com/office/drawing/2014/main" id="{81D020D4-C2D8-475E-3A9C-6F0B0D32CFB0}"/>
              </a:ext>
            </a:extLst>
          </p:cNvPr>
          <p:cNvSpPr txBox="1">
            <a:spLocks/>
          </p:cNvSpPr>
          <p:nvPr/>
        </p:nvSpPr>
        <p:spPr>
          <a:xfrm>
            <a:off x="496987" y="5088630"/>
            <a:ext cx="2520928" cy="931558"/>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171450" indent="-171450" eaLnBrk="0" fontAlgn="base" hangingPunct="0">
              <a:spcBef>
                <a:spcPct val="0"/>
              </a:spcBef>
              <a:spcAft>
                <a:spcPct val="0"/>
              </a:spcAft>
              <a:buFont typeface="Arial" panose="020B0604020202020204" pitchFamily="34" charset="0"/>
              <a:buChar char="•"/>
              <a:tabLst>
                <a:tab pos="228600" algn="l"/>
              </a:tabLst>
            </a:pPr>
            <a:r>
              <a:rPr lang="en-GB" altLang="en-US" sz="1000" dirty="0">
                <a:ea typeface="Times New Roman" panose="02020603050405020304" pitchFamily="18" charset="0"/>
              </a:rPr>
              <a:t>Stakeholders' interaction &amp; executive communication</a:t>
            </a:r>
          </a:p>
          <a:p>
            <a:pPr marL="171450" indent="-171450" eaLnBrk="0" fontAlgn="base" hangingPunct="0">
              <a:spcBef>
                <a:spcPct val="0"/>
              </a:spcBef>
              <a:spcAft>
                <a:spcPct val="0"/>
              </a:spcAft>
              <a:buFont typeface="Arial" panose="020B0604020202020204" pitchFamily="34" charset="0"/>
              <a:buChar char="•"/>
              <a:tabLst>
                <a:tab pos="228600" algn="l"/>
              </a:tabLst>
            </a:pPr>
            <a:r>
              <a:rPr lang="en-US" altLang="en-US" sz="1000" dirty="0"/>
              <a:t>Vendor and Resource Management</a:t>
            </a:r>
          </a:p>
          <a:p>
            <a:pPr marL="171450" indent="-171450" eaLnBrk="0" fontAlgn="base" hangingPunct="0">
              <a:spcBef>
                <a:spcPct val="0"/>
              </a:spcBef>
              <a:spcAft>
                <a:spcPct val="0"/>
              </a:spcAft>
              <a:buFont typeface="Arial" panose="020B0604020202020204" pitchFamily="34" charset="0"/>
              <a:buChar char="•"/>
              <a:tabLst>
                <a:tab pos="228600" algn="l"/>
              </a:tabLst>
            </a:pPr>
            <a:r>
              <a:rPr lang="en-US" sz="1000" dirty="0"/>
              <a:t>SPOC for Salesforce Technical team</a:t>
            </a:r>
            <a:endParaRPr lang="en-GB" altLang="en-US" sz="1000" dirty="0">
              <a:ea typeface="Times New Roman" panose="02020603050405020304" pitchFamily="18" charset="0"/>
            </a:endParaRPr>
          </a:p>
          <a:p>
            <a:pPr marL="171450" indent="-171450" eaLnBrk="0" fontAlgn="base" hangingPunct="0">
              <a:spcBef>
                <a:spcPct val="0"/>
              </a:spcBef>
              <a:spcAft>
                <a:spcPct val="0"/>
              </a:spcAft>
              <a:buFont typeface="Arial" panose="020B0604020202020204" pitchFamily="34" charset="0"/>
              <a:buChar char="•"/>
              <a:tabLst>
                <a:tab pos="228600" algn="l"/>
              </a:tabLst>
            </a:pPr>
            <a:r>
              <a:rPr lang="en-GB" altLang="en-US" sz="1000" dirty="0">
                <a:ea typeface="Times New Roman" panose="02020603050405020304" pitchFamily="18" charset="0"/>
              </a:rPr>
              <a:t>Agile/Scrum Leadership</a:t>
            </a:r>
          </a:p>
          <a:p>
            <a:pPr marL="171450" indent="-171450" eaLnBrk="0" fontAlgn="base" hangingPunct="0">
              <a:spcBef>
                <a:spcPct val="0"/>
              </a:spcBef>
              <a:spcAft>
                <a:spcPct val="0"/>
              </a:spcAft>
              <a:buFont typeface="Arial" panose="020B0604020202020204" pitchFamily="34" charset="0"/>
              <a:buChar char="•"/>
              <a:tabLst>
                <a:tab pos="228600" algn="l"/>
              </a:tabLst>
            </a:pPr>
            <a:r>
              <a:rPr lang="en-GB" altLang="en-US" sz="1000" dirty="0">
                <a:ea typeface="Times New Roman" panose="02020603050405020304" pitchFamily="18" charset="0"/>
              </a:rPr>
              <a:t>PMO Governance and Change control</a:t>
            </a:r>
          </a:p>
          <a:p>
            <a:pPr marL="171450" indent="-171450" eaLnBrk="0" fontAlgn="base" hangingPunct="0">
              <a:spcBef>
                <a:spcPct val="0"/>
              </a:spcBef>
              <a:spcAft>
                <a:spcPct val="0"/>
              </a:spcAft>
              <a:buFont typeface="Arial" panose="020B0604020202020204" pitchFamily="34" charset="0"/>
              <a:buChar char="•"/>
              <a:tabLst>
                <a:tab pos="228600" algn="l"/>
              </a:tabLst>
            </a:pPr>
            <a:r>
              <a:rPr lang="en-US" altLang="en-US" sz="1000" dirty="0"/>
              <a:t>Project Estimations and implementation Strategy</a:t>
            </a:r>
          </a:p>
        </p:txBody>
      </p:sp>
      <p:sp>
        <p:nvSpPr>
          <p:cNvPr id="46" name="Content Placeholder 2">
            <a:extLst>
              <a:ext uri="{FF2B5EF4-FFF2-40B4-BE49-F238E27FC236}">
                <a16:creationId xmlns:a16="http://schemas.microsoft.com/office/drawing/2014/main" id="{7738138D-847D-BC78-F572-7EBE75D0C70B}"/>
              </a:ext>
            </a:extLst>
          </p:cNvPr>
          <p:cNvSpPr txBox="1">
            <a:spLocks/>
          </p:cNvSpPr>
          <p:nvPr/>
        </p:nvSpPr>
        <p:spPr>
          <a:xfrm>
            <a:off x="3111841" y="5088630"/>
            <a:ext cx="2454659" cy="1186850"/>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171450" indent="-171450" fontAlgn="base">
              <a:spcBef>
                <a:spcPct val="0"/>
              </a:spcBef>
              <a:spcAft>
                <a:spcPct val="0"/>
              </a:spcAft>
              <a:buFont typeface="Arial" panose="020B0604020202020204" pitchFamily="34" charset="0"/>
              <a:buChar char="•"/>
              <a:tabLst>
                <a:tab pos="228600" algn="l"/>
              </a:tabLst>
            </a:pPr>
            <a:r>
              <a:rPr lang="en-US" sz="1000" dirty="0"/>
              <a:t>Overseeing output and progress of onshore and offshore work across PODs</a:t>
            </a:r>
            <a:endParaRPr lang="en-US" altLang="en-US" sz="1000" dirty="0"/>
          </a:p>
          <a:p>
            <a:pPr marL="171450" indent="-171450" eaLnBrk="0" fontAlgn="base" hangingPunct="0">
              <a:spcBef>
                <a:spcPct val="0"/>
              </a:spcBef>
              <a:spcAft>
                <a:spcPct val="0"/>
              </a:spcAft>
              <a:buFont typeface="Arial" panose="020B0604020202020204" pitchFamily="34" charset="0"/>
              <a:buChar char="•"/>
              <a:tabLst>
                <a:tab pos="228600" algn="l"/>
              </a:tabLst>
            </a:pPr>
            <a:r>
              <a:rPr lang="en-US" sz="1000" dirty="0"/>
              <a:t>Leading daily stand-up with internal Cognizant and POD-wise meetings</a:t>
            </a:r>
          </a:p>
          <a:p>
            <a:pPr marL="171450" indent="-171450" eaLnBrk="0" fontAlgn="base" hangingPunct="0">
              <a:spcBef>
                <a:spcPct val="0"/>
              </a:spcBef>
              <a:spcAft>
                <a:spcPct val="0"/>
              </a:spcAft>
              <a:buFont typeface="Arial" panose="020B0604020202020204" pitchFamily="34" charset="0"/>
              <a:buChar char="•"/>
              <a:tabLst>
                <a:tab pos="228600" algn="l"/>
              </a:tabLst>
            </a:pPr>
            <a:r>
              <a:rPr lang="en-US" altLang="en-US" sz="1000" dirty="0">
                <a:ea typeface="Times New Roman" panose="02020603050405020304" pitchFamily="18" charset="0"/>
              </a:rPr>
              <a:t>Identify and address Release Mgmt. DevOps issues</a:t>
            </a:r>
          </a:p>
          <a:p>
            <a:pPr marL="171450" indent="-171450" eaLnBrk="0" fontAlgn="base" hangingPunct="0">
              <a:spcBef>
                <a:spcPct val="0"/>
              </a:spcBef>
              <a:spcAft>
                <a:spcPct val="0"/>
              </a:spcAft>
              <a:buFont typeface="Arial" panose="020B0604020202020204" pitchFamily="34" charset="0"/>
              <a:buChar char="•"/>
              <a:tabLst>
                <a:tab pos="228600" algn="l"/>
              </a:tabLst>
            </a:pPr>
            <a:r>
              <a:rPr lang="en-US" altLang="en-US" sz="1000" dirty="0">
                <a:ea typeface="Times New Roman" panose="02020603050405020304" pitchFamily="18" charset="0"/>
              </a:rPr>
              <a:t>Managing </a:t>
            </a:r>
            <a:r>
              <a:rPr lang="en-US" sz="1000" dirty="0"/>
              <a:t>attrition and backfill to maintain sprint velocity</a:t>
            </a:r>
          </a:p>
          <a:p>
            <a:pPr marL="171450" indent="-171450" eaLnBrk="0" fontAlgn="base" hangingPunct="0">
              <a:spcBef>
                <a:spcPct val="0"/>
              </a:spcBef>
              <a:spcAft>
                <a:spcPct val="0"/>
              </a:spcAft>
              <a:buFont typeface="Arial" panose="020B0604020202020204" pitchFamily="34" charset="0"/>
              <a:buChar char="•"/>
              <a:tabLst>
                <a:tab pos="228600" algn="l"/>
              </a:tabLst>
            </a:pPr>
            <a:endParaRPr lang="en-US" altLang="en-US" sz="1000" dirty="0">
              <a:ea typeface="Times New Roman" panose="02020603050405020304" pitchFamily="18" charset="0"/>
            </a:endParaRPr>
          </a:p>
        </p:txBody>
      </p:sp>
      <p:sp>
        <p:nvSpPr>
          <p:cNvPr id="47" name="TextBox 46">
            <a:extLst>
              <a:ext uri="{FF2B5EF4-FFF2-40B4-BE49-F238E27FC236}">
                <a16:creationId xmlns:a16="http://schemas.microsoft.com/office/drawing/2014/main" id="{2B146BD2-9884-ED31-C18A-C9A2D5F08A19}"/>
              </a:ext>
            </a:extLst>
          </p:cNvPr>
          <p:cNvSpPr txBox="1"/>
          <p:nvPr/>
        </p:nvSpPr>
        <p:spPr>
          <a:xfrm>
            <a:off x="5747176" y="1513068"/>
            <a:ext cx="6087083" cy="4862870"/>
          </a:xfrm>
          <a:prstGeom prst="rect">
            <a:avLst/>
          </a:prstGeom>
          <a:noFill/>
        </p:spPr>
        <p:txBody>
          <a:bodyPr wrap="square">
            <a:spAutoFit/>
          </a:bodyPr>
          <a:lstStyle/>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Led end-to-end delivery of multiphase salesforce transformation program</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Set governance framework (release calendars, change approval process, DevOps standards, cross team communication channels etc.)</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Designed and developed the data model and end-to-end architecture ensuring that the data flows seamlessly between the related systems.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Designed and developed a Knowledge Base in the service cloud for community users which encompasses Trending Articles, Featured Topics and Favorite Articles, Configuring Experience Cloud, creating custom Lightning web components, designing user interfaces and integrating with external systems using the MuleSoft API’s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Oversaw full lifecycle of data migration initiatives (mapping, cleansing and ETL validations) across multiple orgs, ensuring zero data loss and smooth business continuity</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Responsible for of code review, Solution for Spaghetti Apex(duplicated and non-</a:t>
            </a:r>
            <a:r>
              <a:rPr lang="en-US" sz="1000" dirty="0" err="1">
                <a:solidFill>
                  <a:schemeClr val="tx2"/>
                </a:solidFill>
                <a:latin typeface="Arial" panose="020B0604020202020204" pitchFamily="34" charset="0"/>
                <a:cs typeface="Arial" panose="020B0604020202020204" pitchFamily="34" charset="0"/>
              </a:rPr>
              <a:t>bulkified</a:t>
            </a:r>
            <a:r>
              <a:rPr lang="en-US" sz="1000" dirty="0">
                <a:solidFill>
                  <a:schemeClr val="tx2"/>
                </a:solidFill>
                <a:latin typeface="Arial" panose="020B0604020202020204" pitchFamily="34" charset="0"/>
                <a:cs typeface="Arial" panose="020B0604020202020204" pitchFamily="34" charset="0"/>
              </a:rPr>
              <a:t> logics), optimize the existing configurations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Work closely with client partners, technology data vendors and cross functional teams to design, develop, adopt, and manage modernization programs of client architecture and data quality management.</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Write complex queries and perform data analysis, analyze application issues or process failures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Analyze scope of work, Requirement gathering and working closely with onshore team and client.</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Articulate business problems and participate in the development of conceptual and logical architecture</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Identify all areas where improvement can be made ex: memory leakage, hard coding removal or coding standard were not followed.</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Estimation for Jira stories and elaborate the stories on Jira.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Ensure on time delivery of modules as per committed timelines.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Expand all existing implementation including integration for new business and closely worked with other interface team to implement it.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Responsible for QA/UAT completion for all stories as per sprint plan and complete it on time along with issue resolution.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Managed program risks issues, dependencies and budgets, improving transparency through dashboards and communication plans for executives and steering committees</a:t>
            </a:r>
          </a:p>
          <a:p>
            <a:endParaRPr lang="en-US" sz="1000" dirty="0">
              <a:solidFill>
                <a:schemeClr val="tx2"/>
              </a:solidFill>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D79D7F5C-8908-9C0A-2289-EE7204E6B466}"/>
              </a:ext>
            </a:extLst>
          </p:cNvPr>
          <p:cNvSpPr txBox="1"/>
          <p:nvPr/>
        </p:nvSpPr>
        <p:spPr>
          <a:xfrm>
            <a:off x="8373980" y="1223143"/>
            <a:ext cx="3318148" cy="261610"/>
          </a:xfrm>
          <a:prstGeom prst="rect">
            <a:avLst/>
          </a:prstGeom>
          <a:noFill/>
        </p:spPr>
        <p:txBody>
          <a:bodyPr wrap="square">
            <a:spAutoFit/>
          </a:bodyPr>
          <a:lstStyle/>
          <a:p>
            <a:r>
              <a:rPr lang="en-IN" sz="1100" b="1" dirty="0"/>
              <a:t>Program Manager for a leading Energy Client</a:t>
            </a:r>
          </a:p>
        </p:txBody>
      </p:sp>
      <p:pic>
        <p:nvPicPr>
          <p:cNvPr id="8" name="Picture 7" descr="A person wearing glasses&#10;&#10;Description automatically generated with medium confidence">
            <a:extLst>
              <a:ext uri="{FF2B5EF4-FFF2-40B4-BE49-F238E27FC236}">
                <a16:creationId xmlns:a16="http://schemas.microsoft.com/office/drawing/2014/main" id="{4E669513-CCE7-ED54-5DE8-697332D21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55" y="1424473"/>
            <a:ext cx="634011" cy="821678"/>
          </a:xfrm>
          <a:prstGeom prst="rect">
            <a:avLst/>
          </a:prstGeom>
        </p:spPr>
      </p:pic>
      <p:pic>
        <p:nvPicPr>
          <p:cNvPr id="13" name="Picture 12" descr="A blue hexagon with white text&#10;&#10;AI-generated content may be incorrect.">
            <a:extLst>
              <a:ext uri="{FF2B5EF4-FFF2-40B4-BE49-F238E27FC236}">
                <a16:creationId xmlns:a16="http://schemas.microsoft.com/office/drawing/2014/main" id="{C0398BCE-434D-9F85-CFAD-A92A6BB2E4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8264" y="1609909"/>
            <a:ext cx="415290" cy="407035"/>
          </a:xfrm>
          <a:prstGeom prst="rect">
            <a:avLst/>
          </a:prstGeom>
        </p:spPr>
      </p:pic>
      <p:sp>
        <p:nvSpPr>
          <p:cNvPr id="14" name="Rectangle 4">
            <a:extLst>
              <a:ext uri="{FF2B5EF4-FFF2-40B4-BE49-F238E27FC236}">
                <a16:creationId xmlns:a16="http://schemas.microsoft.com/office/drawing/2014/main" id="{B27D5352-3705-1BF2-3125-58C3EF3A9324}"/>
              </a:ext>
            </a:extLst>
          </p:cNvPr>
          <p:cNvSpPr>
            <a:spLocks noChangeArrowheads="1"/>
          </p:cNvSpPr>
          <p:nvPr/>
        </p:nvSpPr>
        <p:spPr bwMode="auto">
          <a:xfrm>
            <a:off x="4185757" y="15521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7" descr="A hexagon with white text and blue and white text&#10;&#10;AI-generated content may be incorrect.">
            <a:extLst>
              <a:ext uri="{FF2B5EF4-FFF2-40B4-BE49-F238E27FC236}">
                <a16:creationId xmlns:a16="http://schemas.microsoft.com/office/drawing/2014/main" id="{B2522F71-BAE1-9D7D-A1AA-48E9DB889829}"/>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756241" y="1612706"/>
            <a:ext cx="711200" cy="4064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blue hexagon with white text&#10;&#10;AI-generated content may be incorrect.">
            <a:extLst>
              <a:ext uri="{FF2B5EF4-FFF2-40B4-BE49-F238E27FC236}">
                <a16:creationId xmlns:a16="http://schemas.microsoft.com/office/drawing/2014/main" id="{E74CFA88-2072-52E4-B5A7-04EAAEE62A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6121" y="1616469"/>
            <a:ext cx="421005" cy="412750"/>
          </a:xfrm>
          <a:prstGeom prst="rect">
            <a:avLst/>
          </a:prstGeom>
        </p:spPr>
      </p:pic>
      <p:pic>
        <p:nvPicPr>
          <p:cNvPr id="16" name="Picture 15" descr="A hexagon with white text and blue background&#10;&#10;AI-generated content may be incorrect.">
            <a:extLst>
              <a:ext uri="{FF2B5EF4-FFF2-40B4-BE49-F238E27FC236}">
                <a16:creationId xmlns:a16="http://schemas.microsoft.com/office/drawing/2014/main" id="{DD92731E-707B-76B3-35BA-A7D470A82E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19382" y="1651600"/>
            <a:ext cx="415290" cy="406400"/>
          </a:xfrm>
          <a:prstGeom prst="rect">
            <a:avLst/>
          </a:prstGeom>
        </p:spPr>
      </p:pic>
      <p:pic>
        <p:nvPicPr>
          <p:cNvPr id="17" name="Picture 16" descr="A blue hexagon with white text&#10;&#10;AI-generated content may be incorrect.">
            <a:extLst>
              <a:ext uri="{FF2B5EF4-FFF2-40B4-BE49-F238E27FC236}">
                <a16:creationId xmlns:a16="http://schemas.microsoft.com/office/drawing/2014/main" id="{61A241B8-ACE5-8384-484B-0EE252D69DE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81819" y="1621490"/>
            <a:ext cx="415290" cy="407035"/>
          </a:xfrm>
          <a:prstGeom prst="rect">
            <a:avLst/>
          </a:prstGeom>
        </p:spPr>
      </p:pic>
      <p:sp>
        <p:nvSpPr>
          <p:cNvPr id="9" name="Rectangle 8">
            <a:extLst>
              <a:ext uri="{FF2B5EF4-FFF2-40B4-BE49-F238E27FC236}">
                <a16:creationId xmlns:a16="http://schemas.microsoft.com/office/drawing/2014/main" id="{AB2D7422-9B23-80E9-05EE-65A86D2C8551}"/>
              </a:ext>
            </a:extLst>
          </p:cNvPr>
          <p:cNvSpPr/>
          <p:nvPr/>
        </p:nvSpPr>
        <p:spPr>
          <a:xfrm>
            <a:off x="3084597" y="4677500"/>
            <a:ext cx="2498054" cy="34242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On-shore and offshore coordination</a:t>
            </a:r>
            <a:endParaRPr lang="en-IN" sz="1200" dirty="0"/>
          </a:p>
        </p:txBody>
      </p:sp>
    </p:spTree>
    <p:extLst>
      <p:ext uri="{BB962C8B-B14F-4D97-AF65-F5344CB8AC3E}">
        <p14:creationId xmlns:p14="http://schemas.microsoft.com/office/powerpoint/2010/main" val="220283699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gnizantnewbrand">
  <a:themeElements>
    <a:clrScheme name="Cognizant Colors 2020">
      <a:dk1>
        <a:srgbClr val="0033A0"/>
      </a:dk1>
      <a:lt1>
        <a:srgbClr val="FFFFFF"/>
      </a:lt1>
      <a:dk2>
        <a:srgbClr val="000000"/>
      </a:dk2>
      <a:lt2>
        <a:srgbClr val="FFFFFF"/>
      </a:lt2>
      <a:accent1>
        <a:srgbClr val="000063"/>
      </a:accent1>
      <a:accent2>
        <a:srgbClr val="0033A0"/>
      </a:accent2>
      <a:accent3>
        <a:srgbClr val="2C67FF"/>
      </a:accent3>
      <a:accent4>
        <a:srgbClr val="328DFF"/>
      </a:accent4>
      <a:accent5>
        <a:srgbClr val="404040"/>
      </a:accent5>
      <a:accent6>
        <a:srgbClr val="D9D9D9"/>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nizantnewbrand" id="{34464321-73E4-410E-B743-CF8D3DC5F44C}" vid="{66CDC2FA-A042-42D3-A5C3-2B3348401B6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TotalTime>
  <Words>525</Words>
  <Application>Microsoft Macintosh PowerPoint</Application>
  <PresentationFormat>Widescreen</PresentationFormat>
  <Paragraphs>41</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Calibri</vt:lpstr>
      <vt:lpstr>Calibri Light</vt:lpstr>
      <vt:lpstr>Courier New</vt:lpstr>
      <vt:lpstr>Times New Roman</vt:lpstr>
      <vt:lpstr>1_Office Theme</vt:lpstr>
      <vt:lpstr>Cognizantnewbrand</vt:lpstr>
      <vt:lpstr>Vixit Bhardwaj – Technical Program Manager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Vixit Bhardwaj (Cognizant)</dc:creator>
  <cp:keywords/>
  <dc:description/>
  <cp:lastModifiedBy>Bhardwaj, Vixit (Cognizant)</cp:lastModifiedBy>
  <cp:revision>39</cp:revision>
  <cp:lastPrinted>2025-12-01T23:37:17Z</cp:lastPrinted>
  <dcterms:created xsi:type="dcterms:W3CDTF">2023-03-10T10:35:06Z</dcterms:created>
  <dcterms:modified xsi:type="dcterms:W3CDTF">2025-12-01T23:39:05Z</dcterms:modified>
  <cp:category/>
</cp:coreProperties>
</file>