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 id="2147483677" r:id="rId2"/>
  </p:sldMasterIdLst>
  <p:notesMasterIdLst>
    <p:notesMasterId r:id="rId4"/>
  </p:notesMasterIdLst>
  <p:sldIdLst>
    <p:sldId id="2147473440"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070" autoAdjust="0"/>
    <p:restoredTop sz="94660"/>
  </p:normalViewPr>
  <p:slideViewPr>
    <p:cSldViewPr snapToGrid="0">
      <p:cViewPr varScale="1">
        <p:scale>
          <a:sx n="136" d="100"/>
          <a:sy n="136" d="100"/>
        </p:scale>
        <p:origin x="760" y="4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D38248-ACC3-45F0-B519-6C332770279F}" type="datetimeFigureOut">
              <a:rPr lang="en-IN" smtClean="0"/>
              <a:t>12/03/25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674B15-8C84-4AF1-937D-4032064EABAB}" type="slidenum">
              <a:rPr lang="en-IN" smtClean="0"/>
              <a:t>‹#›</a:t>
            </a:fld>
            <a:endParaRPr lang="en-IN"/>
          </a:p>
        </p:txBody>
      </p:sp>
    </p:spTree>
    <p:extLst>
      <p:ext uri="{BB962C8B-B14F-4D97-AF65-F5344CB8AC3E}">
        <p14:creationId xmlns:p14="http://schemas.microsoft.com/office/powerpoint/2010/main" val="4034996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BF726-1DF1-6B59-67D7-09CDCC88FF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19F0899-EB07-0716-6324-8C7719C839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7BEA886-59B8-017E-6476-2A8800C72C66}"/>
              </a:ext>
            </a:extLst>
          </p:cNvPr>
          <p:cNvSpPr>
            <a:spLocks noGrp="1"/>
          </p:cNvSpPr>
          <p:nvPr>
            <p:ph type="dt" sz="half" idx="10"/>
          </p:nvPr>
        </p:nvSpPr>
        <p:spPr/>
        <p:txBody>
          <a:bodyPr/>
          <a:lstStyle/>
          <a:p>
            <a:fld id="{9EADA43E-2DF5-480E-B879-266FC5894DEB}" type="datetimeFigureOut">
              <a:rPr lang="en-IN" smtClean="0"/>
              <a:t>12/03/25</a:t>
            </a:fld>
            <a:endParaRPr lang="en-IN"/>
          </a:p>
        </p:txBody>
      </p:sp>
      <p:sp>
        <p:nvSpPr>
          <p:cNvPr id="5" name="Footer Placeholder 4">
            <a:extLst>
              <a:ext uri="{FF2B5EF4-FFF2-40B4-BE49-F238E27FC236}">
                <a16:creationId xmlns:a16="http://schemas.microsoft.com/office/drawing/2014/main" id="{D20A5840-C9BA-A6D2-38DC-F07CB6EE6A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81F9C-A944-4C83-9B39-E8B000E5E171}"/>
              </a:ext>
            </a:extLst>
          </p:cNvPr>
          <p:cNvSpPr>
            <a:spLocks noGrp="1"/>
          </p:cNvSpPr>
          <p:nvPr>
            <p:ph type="sldNum" sz="quarter" idx="12"/>
          </p:nvPr>
        </p:nvSpPr>
        <p:spPr/>
        <p:txBody>
          <a:bodyPr/>
          <a:lstStyle/>
          <a:p>
            <a:fld id="{3411B753-BF6C-40CB-BFD0-328B62489581}" type="slidenum">
              <a:rPr lang="en-IN" smtClean="0"/>
              <a:t>‹#›</a:t>
            </a:fld>
            <a:endParaRPr lang="en-IN"/>
          </a:p>
        </p:txBody>
      </p:sp>
    </p:spTree>
    <p:extLst>
      <p:ext uri="{BB962C8B-B14F-4D97-AF65-F5344CB8AC3E}">
        <p14:creationId xmlns:p14="http://schemas.microsoft.com/office/powerpoint/2010/main" val="2923126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35B02-2D82-BA11-EAB2-3071BD0B30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0004CE4-833D-C5C7-5FA4-AEA8430A26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960AAE-C4C9-8845-F98E-27677DADD67D}"/>
              </a:ext>
            </a:extLst>
          </p:cNvPr>
          <p:cNvSpPr>
            <a:spLocks noGrp="1"/>
          </p:cNvSpPr>
          <p:nvPr>
            <p:ph type="dt" sz="half" idx="10"/>
          </p:nvPr>
        </p:nvSpPr>
        <p:spPr/>
        <p:txBody>
          <a:bodyPr/>
          <a:lstStyle/>
          <a:p>
            <a:fld id="{9EADA43E-2DF5-480E-B879-266FC5894DEB}" type="datetimeFigureOut">
              <a:rPr lang="en-IN" smtClean="0"/>
              <a:t>12/03/25</a:t>
            </a:fld>
            <a:endParaRPr lang="en-IN"/>
          </a:p>
        </p:txBody>
      </p:sp>
      <p:sp>
        <p:nvSpPr>
          <p:cNvPr id="5" name="Footer Placeholder 4">
            <a:extLst>
              <a:ext uri="{FF2B5EF4-FFF2-40B4-BE49-F238E27FC236}">
                <a16:creationId xmlns:a16="http://schemas.microsoft.com/office/drawing/2014/main" id="{F1F43031-EE8E-6DD7-46F6-79082A5D1E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6B39EB-2B30-E352-BDB1-0947997B6157}"/>
              </a:ext>
            </a:extLst>
          </p:cNvPr>
          <p:cNvSpPr>
            <a:spLocks noGrp="1"/>
          </p:cNvSpPr>
          <p:nvPr>
            <p:ph type="sldNum" sz="quarter" idx="12"/>
          </p:nvPr>
        </p:nvSpPr>
        <p:spPr/>
        <p:txBody>
          <a:bodyPr/>
          <a:lstStyle/>
          <a:p>
            <a:fld id="{3411B753-BF6C-40CB-BFD0-328B62489581}" type="slidenum">
              <a:rPr lang="en-IN" smtClean="0"/>
              <a:t>‹#›</a:t>
            </a:fld>
            <a:endParaRPr lang="en-IN"/>
          </a:p>
        </p:txBody>
      </p:sp>
    </p:spTree>
    <p:extLst>
      <p:ext uri="{BB962C8B-B14F-4D97-AF65-F5344CB8AC3E}">
        <p14:creationId xmlns:p14="http://schemas.microsoft.com/office/powerpoint/2010/main" val="3780168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F505A-52F7-886F-2BB1-0CE10091D1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0734BB9-158F-9771-5370-6C9E63E9CE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5C9A30-2D1B-6770-07C6-79B5BD20A1BA}"/>
              </a:ext>
            </a:extLst>
          </p:cNvPr>
          <p:cNvSpPr>
            <a:spLocks noGrp="1"/>
          </p:cNvSpPr>
          <p:nvPr>
            <p:ph type="dt" sz="half" idx="10"/>
          </p:nvPr>
        </p:nvSpPr>
        <p:spPr/>
        <p:txBody>
          <a:bodyPr/>
          <a:lstStyle/>
          <a:p>
            <a:fld id="{9EADA43E-2DF5-480E-B879-266FC5894DEB}" type="datetimeFigureOut">
              <a:rPr lang="en-IN" smtClean="0"/>
              <a:t>12/03/25</a:t>
            </a:fld>
            <a:endParaRPr lang="en-IN"/>
          </a:p>
        </p:txBody>
      </p:sp>
      <p:sp>
        <p:nvSpPr>
          <p:cNvPr id="5" name="Footer Placeholder 4">
            <a:extLst>
              <a:ext uri="{FF2B5EF4-FFF2-40B4-BE49-F238E27FC236}">
                <a16:creationId xmlns:a16="http://schemas.microsoft.com/office/drawing/2014/main" id="{39B6C73D-5F2A-3965-F796-E933393F44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FF9B00-7B7E-2E5C-3489-3BAC218EAB37}"/>
              </a:ext>
            </a:extLst>
          </p:cNvPr>
          <p:cNvSpPr>
            <a:spLocks noGrp="1"/>
          </p:cNvSpPr>
          <p:nvPr>
            <p:ph type="sldNum" sz="quarter" idx="12"/>
          </p:nvPr>
        </p:nvSpPr>
        <p:spPr/>
        <p:txBody>
          <a:bodyPr/>
          <a:lstStyle/>
          <a:p>
            <a:fld id="{3411B753-BF6C-40CB-BFD0-328B62489581}" type="slidenum">
              <a:rPr lang="en-IN" smtClean="0"/>
              <a:t>‹#›</a:t>
            </a:fld>
            <a:endParaRPr lang="en-IN"/>
          </a:p>
        </p:txBody>
      </p:sp>
    </p:spTree>
    <p:extLst>
      <p:ext uri="{BB962C8B-B14F-4D97-AF65-F5344CB8AC3E}">
        <p14:creationId xmlns:p14="http://schemas.microsoft.com/office/powerpoint/2010/main" val="527614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600CD-1BD0-66BA-4B74-4B3563E0E1C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73D2CEE-3F09-3367-1E4D-F5183CA5F5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6AD0784-CCEF-4CA4-A866-8CEAF5FE60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678255-2617-8C97-0DE0-1DD25FD4BE22}"/>
              </a:ext>
            </a:extLst>
          </p:cNvPr>
          <p:cNvSpPr>
            <a:spLocks noGrp="1"/>
          </p:cNvSpPr>
          <p:nvPr>
            <p:ph type="dt" sz="half" idx="10"/>
          </p:nvPr>
        </p:nvSpPr>
        <p:spPr/>
        <p:txBody>
          <a:bodyPr/>
          <a:lstStyle/>
          <a:p>
            <a:fld id="{9EADA43E-2DF5-480E-B879-266FC5894DEB}" type="datetimeFigureOut">
              <a:rPr lang="en-IN" smtClean="0"/>
              <a:t>12/03/25</a:t>
            </a:fld>
            <a:endParaRPr lang="en-IN"/>
          </a:p>
        </p:txBody>
      </p:sp>
      <p:sp>
        <p:nvSpPr>
          <p:cNvPr id="6" name="Footer Placeholder 5">
            <a:extLst>
              <a:ext uri="{FF2B5EF4-FFF2-40B4-BE49-F238E27FC236}">
                <a16:creationId xmlns:a16="http://schemas.microsoft.com/office/drawing/2014/main" id="{519154D8-2E06-C244-6F1A-B24558A70D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BAAFD3-95E0-6BDB-C07D-F3C497A7FB34}"/>
              </a:ext>
            </a:extLst>
          </p:cNvPr>
          <p:cNvSpPr>
            <a:spLocks noGrp="1"/>
          </p:cNvSpPr>
          <p:nvPr>
            <p:ph type="sldNum" sz="quarter" idx="12"/>
          </p:nvPr>
        </p:nvSpPr>
        <p:spPr/>
        <p:txBody>
          <a:bodyPr/>
          <a:lstStyle/>
          <a:p>
            <a:fld id="{3411B753-BF6C-40CB-BFD0-328B62489581}" type="slidenum">
              <a:rPr lang="en-IN" smtClean="0"/>
              <a:t>‹#›</a:t>
            </a:fld>
            <a:endParaRPr lang="en-IN"/>
          </a:p>
        </p:txBody>
      </p:sp>
    </p:spTree>
    <p:extLst>
      <p:ext uri="{BB962C8B-B14F-4D97-AF65-F5344CB8AC3E}">
        <p14:creationId xmlns:p14="http://schemas.microsoft.com/office/powerpoint/2010/main" val="18512574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A7645-40CC-3FF1-DD4A-974607DED92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9A4B4CD-0510-340F-947A-047F097740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25C23AE-B243-3FAA-A44F-04ABA6C2F1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26665F5-9467-8FEC-671B-27F9061AF5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E25A94-1F63-39DE-8F28-D371BF47C5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F89079C-BACE-B034-390A-658E361FF979}"/>
              </a:ext>
            </a:extLst>
          </p:cNvPr>
          <p:cNvSpPr>
            <a:spLocks noGrp="1"/>
          </p:cNvSpPr>
          <p:nvPr>
            <p:ph type="dt" sz="half" idx="10"/>
          </p:nvPr>
        </p:nvSpPr>
        <p:spPr/>
        <p:txBody>
          <a:bodyPr/>
          <a:lstStyle/>
          <a:p>
            <a:fld id="{9EADA43E-2DF5-480E-B879-266FC5894DEB}" type="datetimeFigureOut">
              <a:rPr lang="en-IN" smtClean="0"/>
              <a:t>12/03/25</a:t>
            </a:fld>
            <a:endParaRPr lang="en-IN"/>
          </a:p>
        </p:txBody>
      </p:sp>
      <p:sp>
        <p:nvSpPr>
          <p:cNvPr id="8" name="Footer Placeholder 7">
            <a:extLst>
              <a:ext uri="{FF2B5EF4-FFF2-40B4-BE49-F238E27FC236}">
                <a16:creationId xmlns:a16="http://schemas.microsoft.com/office/drawing/2014/main" id="{3855C840-A303-FD20-FCCF-85744D8A3B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D26FB71-2B3C-EA4B-AF89-77B523C7C1DA}"/>
              </a:ext>
            </a:extLst>
          </p:cNvPr>
          <p:cNvSpPr>
            <a:spLocks noGrp="1"/>
          </p:cNvSpPr>
          <p:nvPr>
            <p:ph type="sldNum" sz="quarter" idx="12"/>
          </p:nvPr>
        </p:nvSpPr>
        <p:spPr/>
        <p:txBody>
          <a:bodyPr/>
          <a:lstStyle/>
          <a:p>
            <a:fld id="{3411B753-BF6C-40CB-BFD0-328B62489581}" type="slidenum">
              <a:rPr lang="en-IN" smtClean="0"/>
              <a:t>‹#›</a:t>
            </a:fld>
            <a:endParaRPr lang="en-IN"/>
          </a:p>
        </p:txBody>
      </p:sp>
    </p:spTree>
    <p:extLst>
      <p:ext uri="{BB962C8B-B14F-4D97-AF65-F5344CB8AC3E}">
        <p14:creationId xmlns:p14="http://schemas.microsoft.com/office/powerpoint/2010/main" val="6650130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E9558-4929-5222-1564-F932F6F1699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EC80AEF-7802-634C-AB9F-7ABB0B1EAE5A}"/>
              </a:ext>
            </a:extLst>
          </p:cNvPr>
          <p:cNvSpPr>
            <a:spLocks noGrp="1"/>
          </p:cNvSpPr>
          <p:nvPr>
            <p:ph type="dt" sz="half" idx="10"/>
          </p:nvPr>
        </p:nvSpPr>
        <p:spPr/>
        <p:txBody>
          <a:bodyPr/>
          <a:lstStyle/>
          <a:p>
            <a:fld id="{9EADA43E-2DF5-480E-B879-266FC5894DEB}" type="datetimeFigureOut">
              <a:rPr lang="en-IN" smtClean="0"/>
              <a:t>12/03/25</a:t>
            </a:fld>
            <a:endParaRPr lang="en-IN"/>
          </a:p>
        </p:txBody>
      </p:sp>
      <p:sp>
        <p:nvSpPr>
          <p:cNvPr id="4" name="Footer Placeholder 3">
            <a:extLst>
              <a:ext uri="{FF2B5EF4-FFF2-40B4-BE49-F238E27FC236}">
                <a16:creationId xmlns:a16="http://schemas.microsoft.com/office/drawing/2014/main" id="{4E8AFFB5-FA36-3EE2-0921-195B8958C6B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2008B97-754A-780B-FFD8-E70F439CD12E}"/>
              </a:ext>
            </a:extLst>
          </p:cNvPr>
          <p:cNvSpPr>
            <a:spLocks noGrp="1"/>
          </p:cNvSpPr>
          <p:nvPr>
            <p:ph type="sldNum" sz="quarter" idx="12"/>
          </p:nvPr>
        </p:nvSpPr>
        <p:spPr/>
        <p:txBody>
          <a:bodyPr/>
          <a:lstStyle/>
          <a:p>
            <a:fld id="{3411B753-BF6C-40CB-BFD0-328B62489581}" type="slidenum">
              <a:rPr lang="en-IN" smtClean="0"/>
              <a:t>‹#›</a:t>
            </a:fld>
            <a:endParaRPr lang="en-IN"/>
          </a:p>
        </p:txBody>
      </p:sp>
    </p:spTree>
    <p:extLst>
      <p:ext uri="{BB962C8B-B14F-4D97-AF65-F5344CB8AC3E}">
        <p14:creationId xmlns:p14="http://schemas.microsoft.com/office/powerpoint/2010/main" val="875628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EBCFB9-F141-6E40-E411-7B39E2A1B388}"/>
              </a:ext>
            </a:extLst>
          </p:cNvPr>
          <p:cNvSpPr>
            <a:spLocks noGrp="1"/>
          </p:cNvSpPr>
          <p:nvPr>
            <p:ph type="dt" sz="half" idx="10"/>
          </p:nvPr>
        </p:nvSpPr>
        <p:spPr/>
        <p:txBody>
          <a:bodyPr/>
          <a:lstStyle/>
          <a:p>
            <a:fld id="{9EADA43E-2DF5-480E-B879-266FC5894DEB}" type="datetimeFigureOut">
              <a:rPr lang="en-IN" smtClean="0"/>
              <a:t>12/03/25</a:t>
            </a:fld>
            <a:endParaRPr lang="en-IN"/>
          </a:p>
        </p:txBody>
      </p:sp>
      <p:sp>
        <p:nvSpPr>
          <p:cNvPr id="3" name="Footer Placeholder 2">
            <a:extLst>
              <a:ext uri="{FF2B5EF4-FFF2-40B4-BE49-F238E27FC236}">
                <a16:creationId xmlns:a16="http://schemas.microsoft.com/office/drawing/2014/main" id="{7026DF61-A3DF-1C62-F0A2-BDEE20AAABA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CF3686F-E321-DC6B-4175-56D1B4C2A61F}"/>
              </a:ext>
            </a:extLst>
          </p:cNvPr>
          <p:cNvSpPr>
            <a:spLocks noGrp="1"/>
          </p:cNvSpPr>
          <p:nvPr>
            <p:ph type="sldNum" sz="quarter" idx="12"/>
          </p:nvPr>
        </p:nvSpPr>
        <p:spPr/>
        <p:txBody>
          <a:bodyPr/>
          <a:lstStyle/>
          <a:p>
            <a:fld id="{3411B753-BF6C-40CB-BFD0-328B62489581}" type="slidenum">
              <a:rPr lang="en-IN" smtClean="0"/>
              <a:t>‹#›</a:t>
            </a:fld>
            <a:endParaRPr lang="en-IN"/>
          </a:p>
        </p:txBody>
      </p:sp>
    </p:spTree>
    <p:extLst>
      <p:ext uri="{BB962C8B-B14F-4D97-AF65-F5344CB8AC3E}">
        <p14:creationId xmlns:p14="http://schemas.microsoft.com/office/powerpoint/2010/main" val="478996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BAB99-6146-6243-6E13-C08194A050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F8632D7-1B1E-8CE9-E560-D5EA89BF03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D384182-F0EC-AB80-1692-B4B8614F3D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4BD429-C808-A9CE-E8DE-0621AC08F6A5}"/>
              </a:ext>
            </a:extLst>
          </p:cNvPr>
          <p:cNvSpPr>
            <a:spLocks noGrp="1"/>
          </p:cNvSpPr>
          <p:nvPr>
            <p:ph type="dt" sz="half" idx="10"/>
          </p:nvPr>
        </p:nvSpPr>
        <p:spPr/>
        <p:txBody>
          <a:bodyPr/>
          <a:lstStyle/>
          <a:p>
            <a:fld id="{9EADA43E-2DF5-480E-B879-266FC5894DEB}" type="datetimeFigureOut">
              <a:rPr lang="en-IN" smtClean="0"/>
              <a:t>12/03/25</a:t>
            </a:fld>
            <a:endParaRPr lang="en-IN"/>
          </a:p>
        </p:txBody>
      </p:sp>
      <p:sp>
        <p:nvSpPr>
          <p:cNvPr id="6" name="Footer Placeholder 5">
            <a:extLst>
              <a:ext uri="{FF2B5EF4-FFF2-40B4-BE49-F238E27FC236}">
                <a16:creationId xmlns:a16="http://schemas.microsoft.com/office/drawing/2014/main" id="{97873930-59A3-49DF-069D-9C8B2D5BAA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E219223-AE4D-00D1-1D4E-B62AADF97BB8}"/>
              </a:ext>
            </a:extLst>
          </p:cNvPr>
          <p:cNvSpPr>
            <a:spLocks noGrp="1"/>
          </p:cNvSpPr>
          <p:nvPr>
            <p:ph type="sldNum" sz="quarter" idx="12"/>
          </p:nvPr>
        </p:nvSpPr>
        <p:spPr/>
        <p:txBody>
          <a:bodyPr/>
          <a:lstStyle/>
          <a:p>
            <a:fld id="{3411B753-BF6C-40CB-BFD0-328B62489581}" type="slidenum">
              <a:rPr lang="en-IN" smtClean="0"/>
              <a:t>‹#›</a:t>
            </a:fld>
            <a:endParaRPr lang="en-IN"/>
          </a:p>
        </p:txBody>
      </p:sp>
    </p:spTree>
    <p:extLst>
      <p:ext uri="{BB962C8B-B14F-4D97-AF65-F5344CB8AC3E}">
        <p14:creationId xmlns:p14="http://schemas.microsoft.com/office/powerpoint/2010/main" val="1525905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560BA-AF2D-4837-AD72-5861A1F7E5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BD9F8DD-3283-C235-7865-E88D8CCCAB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F864BF5-C228-C559-3BAD-6E4500CE23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3FE71C-D621-91A7-1163-75CAE0938180}"/>
              </a:ext>
            </a:extLst>
          </p:cNvPr>
          <p:cNvSpPr>
            <a:spLocks noGrp="1"/>
          </p:cNvSpPr>
          <p:nvPr>
            <p:ph type="dt" sz="half" idx="10"/>
          </p:nvPr>
        </p:nvSpPr>
        <p:spPr/>
        <p:txBody>
          <a:bodyPr/>
          <a:lstStyle/>
          <a:p>
            <a:fld id="{9EADA43E-2DF5-480E-B879-266FC5894DEB}" type="datetimeFigureOut">
              <a:rPr lang="en-IN" smtClean="0"/>
              <a:t>12/03/25</a:t>
            </a:fld>
            <a:endParaRPr lang="en-IN"/>
          </a:p>
        </p:txBody>
      </p:sp>
      <p:sp>
        <p:nvSpPr>
          <p:cNvPr id="6" name="Footer Placeholder 5">
            <a:extLst>
              <a:ext uri="{FF2B5EF4-FFF2-40B4-BE49-F238E27FC236}">
                <a16:creationId xmlns:a16="http://schemas.microsoft.com/office/drawing/2014/main" id="{265D5258-BA23-C2DC-6F56-D6DE78458A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94FD11-B63B-16EC-C7DD-26CFE7612E28}"/>
              </a:ext>
            </a:extLst>
          </p:cNvPr>
          <p:cNvSpPr>
            <a:spLocks noGrp="1"/>
          </p:cNvSpPr>
          <p:nvPr>
            <p:ph type="sldNum" sz="quarter" idx="12"/>
          </p:nvPr>
        </p:nvSpPr>
        <p:spPr/>
        <p:txBody>
          <a:bodyPr/>
          <a:lstStyle/>
          <a:p>
            <a:fld id="{3411B753-BF6C-40CB-BFD0-328B62489581}" type="slidenum">
              <a:rPr lang="en-IN" smtClean="0"/>
              <a:t>‹#›</a:t>
            </a:fld>
            <a:endParaRPr lang="en-IN"/>
          </a:p>
        </p:txBody>
      </p:sp>
    </p:spTree>
    <p:extLst>
      <p:ext uri="{BB962C8B-B14F-4D97-AF65-F5344CB8AC3E}">
        <p14:creationId xmlns:p14="http://schemas.microsoft.com/office/powerpoint/2010/main" val="1034467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6963B-9440-C80B-2C95-1D6D26EC91D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081CDBE-E191-D3E7-10BA-B94848A4F0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4244F2-1CD9-4CF8-3623-0245B3C51135}"/>
              </a:ext>
            </a:extLst>
          </p:cNvPr>
          <p:cNvSpPr>
            <a:spLocks noGrp="1"/>
          </p:cNvSpPr>
          <p:nvPr>
            <p:ph type="dt" sz="half" idx="10"/>
          </p:nvPr>
        </p:nvSpPr>
        <p:spPr/>
        <p:txBody>
          <a:bodyPr/>
          <a:lstStyle/>
          <a:p>
            <a:fld id="{9EADA43E-2DF5-480E-B879-266FC5894DEB}" type="datetimeFigureOut">
              <a:rPr lang="en-IN" smtClean="0"/>
              <a:t>12/03/25</a:t>
            </a:fld>
            <a:endParaRPr lang="en-IN"/>
          </a:p>
        </p:txBody>
      </p:sp>
      <p:sp>
        <p:nvSpPr>
          <p:cNvPr id="5" name="Footer Placeholder 4">
            <a:extLst>
              <a:ext uri="{FF2B5EF4-FFF2-40B4-BE49-F238E27FC236}">
                <a16:creationId xmlns:a16="http://schemas.microsoft.com/office/drawing/2014/main" id="{72F3543B-1648-7CB5-39E8-CD66B04C29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DE55BC-A58F-52CB-9103-4AC0617098B8}"/>
              </a:ext>
            </a:extLst>
          </p:cNvPr>
          <p:cNvSpPr>
            <a:spLocks noGrp="1"/>
          </p:cNvSpPr>
          <p:nvPr>
            <p:ph type="sldNum" sz="quarter" idx="12"/>
          </p:nvPr>
        </p:nvSpPr>
        <p:spPr/>
        <p:txBody>
          <a:bodyPr/>
          <a:lstStyle/>
          <a:p>
            <a:fld id="{3411B753-BF6C-40CB-BFD0-328B62489581}" type="slidenum">
              <a:rPr lang="en-IN" smtClean="0"/>
              <a:t>‹#›</a:t>
            </a:fld>
            <a:endParaRPr lang="en-IN"/>
          </a:p>
        </p:txBody>
      </p:sp>
    </p:spTree>
    <p:extLst>
      <p:ext uri="{BB962C8B-B14F-4D97-AF65-F5344CB8AC3E}">
        <p14:creationId xmlns:p14="http://schemas.microsoft.com/office/powerpoint/2010/main" val="71190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F1CCB9-0A04-1ABC-04A2-68681A6CD7E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18719B-9F7D-2D54-8E49-4A099A96EC2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56F43A-752A-EC0A-7904-50BE4ED4D1E5}"/>
              </a:ext>
            </a:extLst>
          </p:cNvPr>
          <p:cNvSpPr>
            <a:spLocks noGrp="1"/>
          </p:cNvSpPr>
          <p:nvPr>
            <p:ph type="dt" sz="half" idx="10"/>
          </p:nvPr>
        </p:nvSpPr>
        <p:spPr/>
        <p:txBody>
          <a:bodyPr/>
          <a:lstStyle/>
          <a:p>
            <a:fld id="{9EADA43E-2DF5-480E-B879-266FC5894DEB}" type="datetimeFigureOut">
              <a:rPr lang="en-IN" smtClean="0"/>
              <a:t>12/03/25</a:t>
            </a:fld>
            <a:endParaRPr lang="en-IN"/>
          </a:p>
        </p:txBody>
      </p:sp>
      <p:sp>
        <p:nvSpPr>
          <p:cNvPr id="5" name="Footer Placeholder 4">
            <a:extLst>
              <a:ext uri="{FF2B5EF4-FFF2-40B4-BE49-F238E27FC236}">
                <a16:creationId xmlns:a16="http://schemas.microsoft.com/office/drawing/2014/main" id="{173C435C-4177-8979-0F00-8C8C00C53D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CE406E-F813-6931-87B3-E842076E205F}"/>
              </a:ext>
            </a:extLst>
          </p:cNvPr>
          <p:cNvSpPr>
            <a:spLocks noGrp="1"/>
          </p:cNvSpPr>
          <p:nvPr>
            <p:ph type="sldNum" sz="quarter" idx="12"/>
          </p:nvPr>
        </p:nvSpPr>
        <p:spPr/>
        <p:txBody>
          <a:bodyPr/>
          <a:lstStyle/>
          <a:p>
            <a:fld id="{3411B753-BF6C-40CB-BFD0-328B62489581}" type="slidenum">
              <a:rPr lang="en-IN" smtClean="0"/>
              <a:t>‹#›</a:t>
            </a:fld>
            <a:endParaRPr lang="en-IN"/>
          </a:p>
        </p:txBody>
      </p:sp>
    </p:spTree>
    <p:extLst>
      <p:ext uri="{BB962C8B-B14F-4D97-AF65-F5344CB8AC3E}">
        <p14:creationId xmlns:p14="http://schemas.microsoft.com/office/powerpoint/2010/main" val="9116676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369332"/>
          </a:xfrm>
        </p:spPr>
        <p:txBody>
          <a:bodyPr/>
          <a:lstStyle/>
          <a:p>
            <a:r>
              <a:rPr lang="en-US"/>
              <a:t>Click to edit Master title style</a:t>
            </a:r>
          </a:p>
        </p:txBody>
      </p:sp>
      <p:sp>
        <p:nvSpPr>
          <p:cNvPr id="6" name="Footer Placeholder 5">
            <a:extLst>
              <a:ext uri="{FF2B5EF4-FFF2-40B4-BE49-F238E27FC236}">
                <a16:creationId xmlns:a16="http://schemas.microsoft.com/office/drawing/2014/main" id="{599FAE45-F8BC-40F3-9164-D36C18C3F03A}"/>
              </a:ext>
            </a:extLst>
          </p:cNvPr>
          <p:cNvSpPr>
            <a:spLocks noGrp="1"/>
          </p:cNvSpPr>
          <p:nvPr>
            <p:ph type="ftr" sz="quarter" idx="11"/>
          </p:nvPr>
        </p:nvSpPr>
        <p:spPr/>
        <p:txBody>
          <a:bodyPr/>
          <a:lstStyle/>
          <a:p>
            <a:r>
              <a:rPr lang="en-US"/>
              <a:t>© 2022 Cognizant</a:t>
            </a:r>
          </a:p>
        </p:txBody>
      </p:sp>
      <p:sp>
        <p:nvSpPr>
          <p:cNvPr id="7" name="Slide Number Placeholder 6">
            <a:extLst>
              <a:ext uri="{FF2B5EF4-FFF2-40B4-BE49-F238E27FC236}">
                <a16:creationId xmlns:a16="http://schemas.microsoft.com/office/drawing/2014/main" id="{FB3BC111-2740-46AF-A4EE-25875C41C2BA}"/>
              </a:ext>
            </a:extLst>
          </p:cNvPr>
          <p:cNvSpPr>
            <a:spLocks noGrp="1"/>
          </p:cNvSpPr>
          <p:nvPr>
            <p:ph type="sldNum" sz="quarter" idx="12"/>
          </p:nvPr>
        </p:nvSpPr>
        <p:spPr>
          <a:xfrm>
            <a:off x="513467" y="6356315"/>
            <a:ext cx="304800" cy="153888"/>
          </a:xfrm>
        </p:spPr>
        <p:txBody>
          <a:bodyPr/>
          <a:lstStyle>
            <a:lvl1pPr>
              <a:defRPr sz="1000">
                <a:solidFill>
                  <a:srgbClr val="0033A0"/>
                </a:solidFill>
              </a:defRPr>
            </a:lvl1pPr>
          </a:lstStyle>
          <a:p>
            <a:fld id="{2EFEF571-C9B4-4D92-A7F7-315B894862A8}" type="slidenum">
              <a:rPr lang="en-US" smtClean="0"/>
              <a:pPr/>
              <a:t>‹#›</a:t>
            </a:fld>
            <a:endParaRPr lang="en-US"/>
          </a:p>
        </p:txBody>
      </p:sp>
      <p:pic>
        <p:nvPicPr>
          <p:cNvPr id="5" name="Picture 4">
            <a:extLst>
              <a:ext uri="{FF2B5EF4-FFF2-40B4-BE49-F238E27FC236}">
                <a16:creationId xmlns:a16="http://schemas.microsoft.com/office/drawing/2014/main" id="{9A8872FF-F4A9-EC4C-AFA7-65B0DF88167F}"/>
              </a:ext>
            </a:extLst>
          </p:cNvPr>
          <p:cNvPicPr>
            <a:picLocks noChangeAspect="1"/>
          </p:cNvPicPr>
          <p:nvPr userDrawn="1"/>
        </p:nvPicPr>
        <p:blipFill>
          <a:blip r:embed="rId2"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561839" y="6325193"/>
            <a:ext cx="1362108" cy="408632"/>
          </a:xfrm>
          <a:prstGeom prst="rect">
            <a:avLst/>
          </a:prstGeom>
        </p:spPr>
      </p:pic>
    </p:spTree>
    <p:extLst>
      <p:ext uri="{BB962C8B-B14F-4D97-AF65-F5344CB8AC3E}">
        <p14:creationId xmlns:p14="http://schemas.microsoft.com/office/powerpoint/2010/main" val="29048225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Header &amp; 3-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36933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3584448" cy="4425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4309872" y="1682496"/>
            <a:ext cx="3584448" cy="4425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617AA6AF-2E25-4B76-8264-0127F05158B5}"/>
              </a:ext>
            </a:extLst>
          </p:cNvPr>
          <p:cNvSpPr>
            <a:spLocks noGrp="1"/>
          </p:cNvSpPr>
          <p:nvPr>
            <p:ph sz="half" idx="13"/>
          </p:nvPr>
        </p:nvSpPr>
        <p:spPr>
          <a:xfrm>
            <a:off x="8107680" y="1682496"/>
            <a:ext cx="3584448" cy="4425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D7A35C2-C0F4-49D9-B722-67323A6F7FD1}"/>
              </a:ext>
            </a:extLst>
          </p:cNvPr>
          <p:cNvSpPr>
            <a:spLocks noGrp="1"/>
          </p:cNvSpPr>
          <p:nvPr>
            <p:ph type="dt" sz="half" idx="14"/>
          </p:nvPr>
        </p:nvSpPr>
        <p:spPr/>
        <p:txBody>
          <a:bodyPr/>
          <a:lstStyle/>
          <a:p>
            <a:fld id="{29509183-A3A4-4971-BEBF-1DCDFEAEA734}" type="datetime1">
              <a:rPr lang="en-US" smtClean="0"/>
              <a:t>3/12/25</a:t>
            </a:fld>
            <a:endParaRPr lang="en-US" dirty="0"/>
          </a:p>
        </p:txBody>
      </p:sp>
      <p:sp>
        <p:nvSpPr>
          <p:cNvPr id="6" name="Footer Placeholder 5">
            <a:extLst>
              <a:ext uri="{FF2B5EF4-FFF2-40B4-BE49-F238E27FC236}">
                <a16:creationId xmlns:a16="http://schemas.microsoft.com/office/drawing/2014/main" id="{F38FFCDF-15C2-443A-9747-477B83B8CFC9}"/>
              </a:ext>
            </a:extLst>
          </p:cNvPr>
          <p:cNvSpPr>
            <a:spLocks noGrp="1"/>
          </p:cNvSpPr>
          <p:nvPr>
            <p:ph type="ftr" sz="quarter" idx="15"/>
          </p:nvPr>
        </p:nvSpPr>
        <p:spPr/>
        <p:txBody>
          <a:bodyPr/>
          <a:lstStyle/>
          <a:p>
            <a:r>
              <a:rPr lang="en-US"/>
              <a:t>© 2018 Cognizant</a:t>
            </a:r>
            <a:endParaRPr lang="en-US" dirty="0"/>
          </a:p>
        </p:txBody>
      </p:sp>
      <p:sp>
        <p:nvSpPr>
          <p:cNvPr id="7" name="Slide Number Placeholder 6">
            <a:extLst>
              <a:ext uri="{FF2B5EF4-FFF2-40B4-BE49-F238E27FC236}">
                <a16:creationId xmlns:a16="http://schemas.microsoft.com/office/drawing/2014/main" id="{C4063F49-35A6-44FE-8D1B-AF1E3728CAC2}"/>
              </a:ext>
            </a:extLst>
          </p:cNvPr>
          <p:cNvSpPr>
            <a:spLocks noGrp="1"/>
          </p:cNvSpPr>
          <p:nvPr>
            <p:ph type="sldNum" sz="quarter" idx="16"/>
          </p:nvPr>
        </p:nvSpPr>
        <p:spPr/>
        <p:txBody>
          <a:bodyPr/>
          <a:lstStyle/>
          <a:p>
            <a:fld id="{2EFEF571-C9B4-4D92-A7F7-315B894862A8}" type="slidenum">
              <a:rPr lang="en-US" smtClean="0"/>
              <a:pPr/>
              <a:t>‹#›</a:t>
            </a:fld>
            <a:endParaRPr lang="en-US" dirty="0"/>
          </a:p>
        </p:txBody>
      </p:sp>
      <p:cxnSp>
        <p:nvCxnSpPr>
          <p:cNvPr id="11" name="Straight Connector 10">
            <a:extLst>
              <a:ext uri="{FF2B5EF4-FFF2-40B4-BE49-F238E27FC236}">
                <a16:creationId xmlns:a16="http://schemas.microsoft.com/office/drawing/2014/main" id="{4C6EBED9-9EFE-447A-BEE0-FCC12D286A78}"/>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B87AFB02-A938-4E08-B29B-ED6F9D443187}"/>
              </a:ext>
            </a:extLst>
          </p:cNvPr>
          <p:cNvPicPr>
            <a:picLocks noChangeAspect="1"/>
          </p:cNvPicPr>
          <p:nvPr userDrawn="1"/>
        </p:nvPicPr>
        <p:blipFill>
          <a:blip r:embed="rId2"/>
          <a:stretch>
            <a:fillRect/>
          </a:stretch>
        </p:blipFill>
        <p:spPr bwMode="black">
          <a:xfrm>
            <a:off x="9981217" y="6373368"/>
            <a:ext cx="1704217" cy="365760"/>
          </a:xfrm>
          <a:prstGeom prst="rect">
            <a:avLst/>
          </a:prstGeom>
        </p:spPr>
      </p:pic>
    </p:spTree>
    <p:extLst>
      <p:ext uri="{BB962C8B-B14F-4D97-AF65-F5344CB8AC3E}">
        <p14:creationId xmlns:p14="http://schemas.microsoft.com/office/powerpoint/2010/main" val="40483136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Blue Graphic Single Line Title">
    <p:spTree>
      <p:nvGrpSpPr>
        <p:cNvPr id="1" name=""/>
        <p:cNvGrpSpPr/>
        <p:nvPr/>
      </p:nvGrpSpPr>
      <p:grpSpPr>
        <a:xfrm>
          <a:off x="0" y="0"/>
          <a:ext cx="0" cy="0"/>
          <a:chOff x="0" y="0"/>
          <a:chExt cx="0" cy="0"/>
        </a:xfrm>
      </p:grpSpPr>
      <p:pic>
        <p:nvPicPr>
          <p:cNvPr id="11" name="Picture 10" descr="A picture containing animal&#10;&#10;Description automatically generated">
            <a:extLst>
              <a:ext uri="{FF2B5EF4-FFF2-40B4-BE49-F238E27FC236}">
                <a16:creationId xmlns:a16="http://schemas.microsoft.com/office/drawing/2014/main" id="{760CAE04-42F6-C14D-AB3C-36D5B9FC9F6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861"/>
            <a:ext cx="12192000" cy="6861724"/>
          </a:xfrm>
          <a:prstGeom prst="rect">
            <a:avLst/>
          </a:prstGeom>
        </p:spPr>
      </p:pic>
      <p:sp>
        <p:nvSpPr>
          <p:cNvPr id="2" name="Rectangle 1">
            <a:extLst>
              <a:ext uri="{FF2B5EF4-FFF2-40B4-BE49-F238E27FC236}">
                <a16:creationId xmlns:a16="http://schemas.microsoft.com/office/drawing/2014/main" id="{C638E5F3-76E5-C042-960D-4D3913A473AF}"/>
              </a:ext>
            </a:extLst>
          </p:cNvPr>
          <p:cNvSpPr/>
          <p:nvPr userDrawn="1"/>
        </p:nvSpPr>
        <p:spPr>
          <a:xfrm>
            <a:off x="0" y="0"/>
            <a:ext cx="12192000" cy="6858000"/>
          </a:xfrm>
          <a:prstGeom prst="rect">
            <a:avLst/>
          </a:prstGeom>
          <a:gradFill>
            <a:gsLst>
              <a:gs pos="59000">
                <a:schemeClr val="accent1">
                  <a:alpha val="96000"/>
                </a:schemeClr>
              </a:gs>
              <a:gs pos="25000">
                <a:schemeClr val="accent3">
                  <a:alpha val="0"/>
                </a:scheme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pic>
        <p:nvPicPr>
          <p:cNvPr id="21" name="Picture 20">
            <a:extLst>
              <a:ext uri="{FF2B5EF4-FFF2-40B4-BE49-F238E27FC236}">
                <a16:creationId xmlns:a16="http://schemas.microsoft.com/office/drawing/2014/main" id="{C6865CC2-EE1E-B44E-B46B-DD0F56CB7AB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92160" y="510502"/>
            <a:ext cx="3499417" cy="744557"/>
          </a:xfrm>
          <a:prstGeom prst="rect">
            <a:avLst/>
          </a:prstGeom>
        </p:spPr>
      </p:pic>
      <p:sp>
        <p:nvSpPr>
          <p:cNvPr id="10" name="Title 1">
            <a:extLst>
              <a:ext uri="{FF2B5EF4-FFF2-40B4-BE49-F238E27FC236}">
                <a16:creationId xmlns:a16="http://schemas.microsoft.com/office/drawing/2014/main" id="{331B7D22-96C5-D744-AB8D-7183965D3C96}"/>
              </a:ext>
            </a:extLst>
          </p:cNvPr>
          <p:cNvSpPr>
            <a:spLocks noGrp="1"/>
          </p:cNvSpPr>
          <p:nvPr>
            <p:ph type="ctrTitle" hasCustomPrompt="1"/>
          </p:nvPr>
        </p:nvSpPr>
        <p:spPr bwMode="white">
          <a:xfrm>
            <a:off x="552218" y="2451021"/>
            <a:ext cx="11131783" cy="738664"/>
          </a:xfrm>
          <a:prstGeom prst="rect">
            <a:avLst/>
          </a:prstGeom>
        </p:spPr>
        <p:txBody>
          <a:bodyPr wrap="square" anchor="ctr" anchorCtr="0">
            <a:spAutoFit/>
          </a:bodyPr>
          <a:lstStyle>
            <a:lvl1pPr algn="l">
              <a:defRPr sz="5333" b="1" i="0">
                <a:solidFill>
                  <a:schemeClr val="bg1"/>
                </a:solidFill>
                <a:latin typeface="Arial" panose="020B0604020202020204" pitchFamily="34" charset="0"/>
                <a:cs typeface="Arial" panose="020B0604020202020204" pitchFamily="34" charset="0"/>
              </a:defRPr>
            </a:lvl1pPr>
          </a:lstStyle>
          <a:p>
            <a:pPr lvl="0"/>
            <a:r>
              <a:rPr lang="en-US"/>
              <a:t>Single Line Title Here</a:t>
            </a:r>
          </a:p>
        </p:txBody>
      </p:sp>
      <p:cxnSp>
        <p:nvCxnSpPr>
          <p:cNvPr id="12" name="Straight Connector 11">
            <a:extLst>
              <a:ext uri="{FF2B5EF4-FFF2-40B4-BE49-F238E27FC236}">
                <a16:creationId xmlns:a16="http://schemas.microsoft.com/office/drawing/2014/main" id="{EB22C6B8-2F6B-8947-A2A3-ED9E370F7326}"/>
              </a:ext>
            </a:extLst>
          </p:cNvPr>
          <p:cNvCxnSpPr>
            <a:cxnSpLocks/>
          </p:cNvCxnSpPr>
          <p:nvPr userDrawn="1"/>
        </p:nvCxnSpPr>
        <p:spPr bwMode="white">
          <a:xfrm flipH="1">
            <a:off x="523863" y="4116591"/>
            <a:ext cx="2892613"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Text Placeholder 6">
            <a:extLst>
              <a:ext uri="{FF2B5EF4-FFF2-40B4-BE49-F238E27FC236}">
                <a16:creationId xmlns:a16="http://schemas.microsoft.com/office/drawing/2014/main" id="{9BC14C20-C069-724B-A635-DC1F5CCF8035}"/>
              </a:ext>
            </a:extLst>
          </p:cNvPr>
          <p:cNvSpPr>
            <a:spLocks noGrp="1"/>
          </p:cNvSpPr>
          <p:nvPr>
            <p:ph type="body" sz="quarter" idx="12" hasCustomPrompt="1"/>
          </p:nvPr>
        </p:nvSpPr>
        <p:spPr>
          <a:xfrm>
            <a:off x="552218" y="3269357"/>
            <a:ext cx="11103597" cy="541969"/>
          </a:xfrm>
        </p:spPr>
        <p:txBody>
          <a:bodyPr anchor="ctr" anchorCtr="0">
            <a:noAutofit/>
          </a:bodyPr>
          <a:lstStyle>
            <a:lvl1pPr marL="0" indent="0">
              <a:buFont typeface="Arial" panose="020B0604020202020204" pitchFamily="34" charset="0"/>
              <a:buNone/>
              <a:defRPr sz="2667">
                <a:solidFill>
                  <a:schemeClr val="bg1"/>
                </a:solidFill>
              </a:defRPr>
            </a:lvl1pPr>
            <a:lvl2pPr marL="0" indent="0">
              <a:buNone/>
              <a:defRPr>
                <a:solidFill>
                  <a:schemeClr val="bg2"/>
                </a:solidFill>
              </a:defRPr>
            </a:lvl2pPr>
            <a:lvl3pPr marL="304792" indent="0">
              <a:buNone/>
              <a:defRPr/>
            </a:lvl3pPr>
          </a:lstStyle>
          <a:p>
            <a:pPr lvl="0"/>
            <a:r>
              <a:rPr lang="en-US"/>
              <a:t>Speaker’s Full Name or Subtitle</a:t>
            </a:r>
          </a:p>
        </p:txBody>
      </p:sp>
      <p:sp>
        <p:nvSpPr>
          <p:cNvPr id="14" name="Text Placeholder 20">
            <a:extLst>
              <a:ext uri="{FF2B5EF4-FFF2-40B4-BE49-F238E27FC236}">
                <a16:creationId xmlns:a16="http://schemas.microsoft.com/office/drawing/2014/main" id="{939A0796-1F5C-6743-A1D0-11A18609B23E}"/>
              </a:ext>
            </a:extLst>
          </p:cNvPr>
          <p:cNvSpPr>
            <a:spLocks noGrp="1"/>
          </p:cNvSpPr>
          <p:nvPr>
            <p:ph type="body" sz="quarter" idx="13" hasCustomPrompt="1"/>
          </p:nvPr>
        </p:nvSpPr>
        <p:spPr>
          <a:xfrm>
            <a:off x="552218" y="4275932"/>
            <a:ext cx="11099364" cy="338667"/>
          </a:xfrm>
        </p:spPr>
        <p:txBody>
          <a:bodyPr anchor="ctr" anchorCtr="0">
            <a:normAutofit/>
          </a:bodyPr>
          <a:lstStyle>
            <a:lvl1pPr>
              <a:defRPr sz="2133">
                <a:solidFill>
                  <a:schemeClr val="accent4"/>
                </a:solidFill>
              </a:defRPr>
            </a:lvl1pPr>
          </a:lstStyle>
          <a:p>
            <a:r>
              <a:rPr lang="en-US"/>
              <a:t>Speaker title and/or date</a:t>
            </a:r>
          </a:p>
        </p:txBody>
      </p:sp>
      <p:sp>
        <p:nvSpPr>
          <p:cNvPr id="15" name="Footer Placeholder 8">
            <a:extLst>
              <a:ext uri="{FF2B5EF4-FFF2-40B4-BE49-F238E27FC236}">
                <a16:creationId xmlns:a16="http://schemas.microsoft.com/office/drawing/2014/main" id="{0B9CC9C9-D971-3041-A81C-BA9E6B2248B4}"/>
              </a:ext>
            </a:extLst>
          </p:cNvPr>
          <p:cNvSpPr>
            <a:spLocks noGrp="1"/>
          </p:cNvSpPr>
          <p:nvPr>
            <p:ph type="ftr" sz="quarter" idx="3"/>
          </p:nvPr>
        </p:nvSpPr>
        <p:spPr>
          <a:xfrm>
            <a:off x="508000" y="6260549"/>
            <a:ext cx="6096000" cy="249655"/>
          </a:xfrm>
          <a:prstGeom prst="rect">
            <a:avLst/>
          </a:prstGeom>
        </p:spPr>
        <p:txBody>
          <a:bodyPr vert="horz" lIns="0" tIns="0" rIns="0" bIns="0" rtlCol="0" anchor="b" anchorCtr="0"/>
          <a:lstStyle>
            <a:lvl1pPr algn="l">
              <a:defRPr sz="1067">
                <a:solidFill>
                  <a:schemeClr val="bg2"/>
                </a:solidFill>
                <a:latin typeface="Arial" panose="020B0604020202020204" pitchFamily="34" charset="0"/>
                <a:cs typeface="Arial" panose="020B0604020202020204" pitchFamily="34" charset="0"/>
              </a:defRPr>
            </a:lvl1pPr>
            <a:lvl2pPr marL="0" indent="0">
              <a:defRPr sz="1000"/>
            </a:lvl2pPr>
            <a:lvl3pPr marL="0" indent="0">
              <a:defRPr sz="1000"/>
            </a:lvl3pPr>
            <a:lvl4pPr marL="0" indent="0">
              <a:defRPr sz="1000"/>
            </a:lvl4pPr>
            <a:lvl5pPr marL="0" indent="0">
              <a:defRPr sz="1000"/>
            </a:lvl5pPr>
            <a:lvl6pPr marL="0" indent="0">
              <a:defRPr sz="1000"/>
            </a:lvl6pPr>
            <a:lvl7pPr marL="0" indent="0">
              <a:defRPr sz="1000"/>
            </a:lvl7pPr>
            <a:lvl8pPr marL="0" indent="0">
              <a:defRPr sz="1000"/>
            </a:lvl8pPr>
            <a:lvl9pPr marL="0" indent="0">
              <a:defRPr sz="1000"/>
            </a:lvl9pPr>
          </a:lstStyle>
          <a:p>
            <a:r>
              <a:rPr lang="en-US" dirty="0"/>
              <a:t>© 2022 Cognizant</a:t>
            </a:r>
          </a:p>
        </p:txBody>
      </p:sp>
    </p:spTree>
    <p:extLst>
      <p:ext uri="{BB962C8B-B14F-4D97-AF65-F5344CB8AC3E}">
        <p14:creationId xmlns:p14="http://schemas.microsoft.com/office/powerpoint/2010/main" val="4111408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2.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63BEA9-8A8D-76AC-360E-F2342AB98D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3140205-939E-FE9A-447F-5592EA4295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BC5147-521F-A423-C138-FF3749F60E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ADA43E-2DF5-480E-B879-266FC5894DEB}" type="datetimeFigureOut">
              <a:rPr lang="en-IN" smtClean="0"/>
              <a:t>12/03/25</a:t>
            </a:fld>
            <a:endParaRPr lang="en-IN"/>
          </a:p>
        </p:txBody>
      </p:sp>
      <p:sp>
        <p:nvSpPr>
          <p:cNvPr id="5" name="Footer Placeholder 4">
            <a:extLst>
              <a:ext uri="{FF2B5EF4-FFF2-40B4-BE49-F238E27FC236}">
                <a16:creationId xmlns:a16="http://schemas.microsoft.com/office/drawing/2014/main" id="{7C0B0113-F7EE-0707-3DC7-068242728E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FB50958-1075-827D-FC3C-4B3E677C10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11B753-BF6C-40CB-BFD0-328B62489581}" type="slidenum">
              <a:rPr lang="en-IN" smtClean="0"/>
              <a:t>‹#›</a:t>
            </a:fld>
            <a:endParaRPr lang="en-IN"/>
          </a:p>
        </p:txBody>
      </p:sp>
    </p:spTree>
    <p:extLst>
      <p:ext uri="{BB962C8B-B14F-4D97-AF65-F5344CB8AC3E}">
        <p14:creationId xmlns:p14="http://schemas.microsoft.com/office/powerpoint/2010/main" val="3647601558"/>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9947BC-C135-4AF9-80CB-7EC49EFAF7EE}"/>
              </a:ext>
            </a:extLst>
          </p:cNvPr>
          <p:cNvSpPr>
            <a:spLocks noGrp="1"/>
          </p:cNvSpPr>
          <p:nvPr>
            <p:ph type="title"/>
          </p:nvPr>
        </p:nvSpPr>
        <p:spPr>
          <a:xfrm>
            <a:off x="512064" y="365760"/>
            <a:ext cx="11171936" cy="828040"/>
          </a:xfrm>
          <a:prstGeom prst="rect">
            <a:avLst/>
          </a:prstGeom>
        </p:spPr>
        <p:txBody>
          <a:bodyPr vert="horz" lIns="0" tIns="0" rIns="0" bIns="0" rtlCol="0" anchor="t" anchorCtr="0">
            <a:noAutofit/>
          </a:bodyPr>
          <a:lstStyle/>
          <a:p>
            <a:r>
              <a:rPr lang="en-US"/>
              <a:t>Click to edit Master title style</a:t>
            </a:r>
            <a:br>
              <a:rPr lang="en-US"/>
            </a:br>
            <a:endParaRPr lang="en-US"/>
          </a:p>
        </p:txBody>
      </p:sp>
      <p:sp>
        <p:nvSpPr>
          <p:cNvPr id="3" name="Text Placeholder 2">
            <a:extLst>
              <a:ext uri="{FF2B5EF4-FFF2-40B4-BE49-F238E27FC236}">
                <a16:creationId xmlns:a16="http://schemas.microsoft.com/office/drawing/2014/main" id="{178C3981-E47F-4B94-A56D-1A8F4B3B3863}"/>
              </a:ext>
            </a:extLst>
          </p:cNvPr>
          <p:cNvSpPr>
            <a:spLocks noGrp="1"/>
          </p:cNvSpPr>
          <p:nvPr>
            <p:ph type="body" idx="1"/>
          </p:nvPr>
        </p:nvSpPr>
        <p:spPr>
          <a:xfrm>
            <a:off x="512064" y="1457739"/>
            <a:ext cx="11171936" cy="450574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AB68013F-8083-4869-B1B8-42E270F30CB8}"/>
              </a:ext>
            </a:extLst>
          </p:cNvPr>
          <p:cNvSpPr>
            <a:spLocks noGrp="1"/>
          </p:cNvSpPr>
          <p:nvPr>
            <p:ph type="ftr" sz="quarter" idx="3"/>
          </p:nvPr>
        </p:nvSpPr>
        <p:spPr>
          <a:xfrm>
            <a:off x="880515" y="6260549"/>
            <a:ext cx="6096000" cy="249655"/>
          </a:xfrm>
          <a:prstGeom prst="rect">
            <a:avLst/>
          </a:prstGeom>
        </p:spPr>
        <p:txBody>
          <a:bodyPr vert="horz" lIns="0" tIns="0" rIns="0" bIns="0" rtlCol="0" anchor="b" anchorCtr="0"/>
          <a:lstStyle>
            <a:lvl1pPr algn="l">
              <a:defRPr sz="1067">
                <a:solidFill>
                  <a:schemeClr val="tx1"/>
                </a:solidFill>
                <a:latin typeface="Arial" panose="020B0604020202020204" pitchFamily="34" charset="0"/>
                <a:cs typeface="Arial" panose="020B0604020202020204" pitchFamily="34" charset="0"/>
              </a:defRPr>
            </a:lvl1pPr>
            <a:lvl2pPr marL="0" indent="0">
              <a:defRPr sz="1000"/>
            </a:lvl2pPr>
            <a:lvl3pPr marL="0" indent="0">
              <a:defRPr sz="1000"/>
            </a:lvl3pPr>
            <a:lvl4pPr marL="0" indent="0">
              <a:defRPr sz="1000"/>
            </a:lvl4pPr>
            <a:lvl5pPr marL="0" indent="0">
              <a:defRPr sz="1000"/>
            </a:lvl5pPr>
            <a:lvl6pPr marL="0" indent="0">
              <a:defRPr sz="1000"/>
            </a:lvl6pPr>
            <a:lvl7pPr marL="0" indent="0">
              <a:defRPr sz="1000"/>
            </a:lvl7pPr>
            <a:lvl8pPr marL="0" indent="0">
              <a:defRPr sz="1000"/>
            </a:lvl8pPr>
            <a:lvl9pPr marL="0" indent="0">
              <a:defRPr sz="1000"/>
            </a:lvl9pPr>
          </a:lstStyle>
          <a:p>
            <a:r>
              <a:rPr lang="en-US" dirty="0"/>
              <a:t>© 2021 Cognizant</a:t>
            </a:r>
          </a:p>
        </p:txBody>
      </p:sp>
      <p:sp>
        <p:nvSpPr>
          <p:cNvPr id="10" name="Slide Number Placeholder 9">
            <a:extLst>
              <a:ext uri="{FF2B5EF4-FFF2-40B4-BE49-F238E27FC236}">
                <a16:creationId xmlns:a16="http://schemas.microsoft.com/office/drawing/2014/main" id="{42EC2F54-FE71-419F-B3E9-62861D2AA5EE}"/>
              </a:ext>
            </a:extLst>
          </p:cNvPr>
          <p:cNvSpPr>
            <a:spLocks noGrp="1"/>
          </p:cNvSpPr>
          <p:nvPr>
            <p:ph type="sldNum" sz="quarter" idx="4"/>
          </p:nvPr>
        </p:nvSpPr>
        <p:spPr>
          <a:xfrm>
            <a:off x="513467" y="6346055"/>
            <a:ext cx="304800" cy="164148"/>
          </a:xfrm>
          <a:prstGeom prst="rect">
            <a:avLst/>
          </a:prstGeom>
        </p:spPr>
        <p:txBody>
          <a:bodyPr vert="horz" lIns="0" tIns="0" rIns="0" bIns="0" rtlCol="0" anchor="b" anchorCtr="0">
            <a:spAutoFit/>
          </a:bodyPr>
          <a:lstStyle>
            <a:lvl1pPr algn="l">
              <a:defRPr sz="1067" b="1">
                <a:solidFill>
                  <a:schemeClr val="tx1"/>
                </a:solidFill>
                <a:latin typeface="Arial" panose="020B0604020202020204" pitchFamily="34" charset="0"/>
                <a:cs typeface="Arial" panose="020B0604020202020204" pitchFamily="34" charset="0"/>
              </a:defRPr>
            </a:lvl1pPr>
          </a:lstStyle>
          <a:p>
            <a:fld id="{2EFEF571-C9B4-4D92-A7F7-315B894862A8}" type="slidenum">
              <a:rPr lang="en-US" smtClean="0"/>
              <a:pPr/>
              <a:t>‹#›</a:t>
            </a:fld>
            <a:endParaRPr lang="en-US" dirty="0"/>
          </a:p>
        </p:txBody>
      </p:sp>
      <p:pic>
        <p:nvPicPr>
          <p:cNvPr id="7" name="Picture 6">
            <a:extLst>
              <a:ext uri="{FF2B5EF4-FFF2-40B4-BE49-F238E27FC236}">
                <a16:creationId xmlns:a16="http://schemas.microsoft.com/office/drawing/2014/main" id="{A75C5FF7-2DC4-5442-BB0D-C1FF3C41C2F6}"/>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black">
          <a:xfrm>
            <a:off x="10298626" y="6322756"/>
            <a:ext cx="1385375" cy="297329"/>
          </a:xfrm>
          <a:prstGeom prst="rect">
            <a:avLst/>
          </a:prstGeom>
        </p:spPr>
      </p:pic>
    </p:spTree>
    <p:extLst>
      <p:ext uri="{BB962C8B-B14F-4D97-AF65-F5344CB8AC3E}">
        <p14:creationId xmlns:p14="http://schemas.microsoft.com/office/powerpoint/2010/main" val="3158219039"/>
      </p:ext>
    </p:extLst>
  </p:cSld>
  <p:clrMap bg1="lt1" tx1="dk1" bg2="lt2" tx2="dk2" accent1="accent1" accent2="accent2" accent3="accent3" accent4="accent4" accent5="accent5" accent6="accent6" hlink="hlink" folHlink="folHlink"/>
  <p:sldLayoutIdLst>
    <p:sldLayoutId id="2147483678" r:id="rId1"/>
  </p:sldLayoutIdLst>
  <p:hf hdr="0" dt="0"/>
  <p:txStyles>
    <p:titleStyle>
      <a:lvl1pPr algn="l" defTabSz="121914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1219140" rtl="0" eaLnBrk="1" latinLnBrk="0" hangingPunct="1">
        <a:lnSpc>
          <a:spcPct val="100000"/>
        </a:lnSpc>
        <a:spcBef>
          <a:spcPts val="800"/>
        </a:spcBef>
        <a:buFont typeface="Arial" panose="020B0604020202020204" pitchFamily="34" charset="0"/>
        <a:buNone/>
        <a:defRPr sz="2400" kern="1200">
          <a:solidFill>
            <a:schemeClr val="tx2">
              <a:lumMod val="75000"/>
              <a:lumOff val="25000"/>
            </a:schemeClr>
          </a:solidFill>
          <a:latin typeface="Arial" panose="020B0604020202020204" pitchFamily="34" charset="0"/>
          <a:ea typeface="+mn-ea"/>
          <a:cs typeface="Arial" panose="020B0604020202020204" pitchFamily="34" charset="0"/>
        </a:defRPr>
      </a:lvl1pPr>
      <a:lvl2pPr marL="228594" indent="-228594" algn="l" defTabSz="1219140" rtl="0" eaLnBrk="1" latinLnBrk="0" hangingPunct="1">
        <a:lnSpc>
          <a:spcPct val="100000"/>
        </a:lnSpc>
        <a:spcBef>
          <a:spcPts val="800"/>
        </a:spcBef>
        <a:buClrTx/>
        <a:buSzPct val="125000"/>
        <a:buFont typeface="Arial" panose="020B0604020202020204" pitchFamily="34" charset="0"/>
        <a:buChar char="•"/>
        <a:tabLst/>
        <a:defRPr sz="1867" kern="1200">
          <a:solidFill>
            <a:schemeClr val="tx2">
              <a:lumMod val="75000"/>
              <a:lumOff val="25000"/>
            </a:schemeClr>
          </a:solidFill>
          <a:latin typeface="Arial" panose="020B0604020202020204" pitchFamily="34" charset="0"/>
          <a:ea typeface="+mn-ea"/>
          <a:cs typeface="Arial" panose="020B0604020202020204" pitchFamily="34" charset="0"/>
        </a:defRPr>
      </a:lvl2pPr>
      <a:lvl3pPr marL="533387" indent="-228594" algn="l" defTabSz="1219140" rtl="0" eaLnBrk="1" latinLnBrk="0" hangingPunct="1">
        <a:lnSpc>
          <a:spcPct val="100000"/>
        </a:lnSpc>
        <a:spcBef>
          <a:spcPts val="533"/>
        </a:spcBef>
        <a:buClrTx/>
        <a:buSzPct val="100000"/>
        <a:buFont typeface="Arial" panose="020B0604020202020204" pitchFamily="34" charset="0"/>
        <a:buChar char="–"/>
        <a:tabLst/>
        <a:defRPr sz="1600" kern="1200">
          <a:solidFill>
            <a:schemeClr val="tx2">
              <a:lumMod val="75000"/>
              <a:lumOff val="25000"/>
            </a:schemeClr>
          </a:solidFill>
          <a:latin typeface="Arial" panose="020B0604020202020204" pitchFamily="34" charset="0"/>
          <a:ea typeface="+mn-ea"/>
          <a:cs typeface="Arial" panose="020B0604020202020204" pitchFamily="34" charset="0"/>
        </a:defRPr>
      </a:lvl3pPr>
      <a:lvl4pPr marL="764098" indent="-154513" algn="l" defTabSz="1219140" rtl="0" eaLnBrk="1" latinLnBrk="0" hangingPunct="1">
        <a:lnSpc>
          <a:spcPct val="100000"/>
        </a:lnSpc>
        <a:spcBef>
          <a:spcPts val="533"/>
        </a:spcBef>
        <a:buClrTx/>
        <a:buSzPct val="100000"/>
        <a:buFont typeface="Arial" panose="020B0604020202020204" pitchFamily="34" charset="0"/>
        <a:buChar char="•"/>
        <a:tabLst/>
        <a:defRPr sz="1400" kern="1200">
          <a:solidFill>
            <a:schemeClr val="tx2">
              <a:lumMod val="75000"/>
              <a:lumOff val="25000"/>
            </a:schemeClr>
          </a:solidFill>
          <a:latin typeface="Arial" panose="020B0604020202020204" pitchFamily="34" charset="0"/>
          <a:ea typeface="+mn-ea"/>
          <a:cs typeface="Arial" panose="020B0604020202020204" pitchFamily="34" charset="0"/>
        </a:defRPr>
      </a:lvl4pPr>
      <a:lvl5pPr marL="1145089" indent="-230712" algn="l" defTabSz="1219140" rtl="0" eaLnBrk="1" latinLnBrk="0" hangingPunct="1">
        <a:lnSpc>
          <a:spcPct val="100000"/>
        </a:lnSpc>
        <a:spcBef>
          <a:spcPts val="533"/>
        </a:spcBef>
        <a:buClrTx/>
        <a:buSzPct val="100000"/>
        <a:buFont typeface="Arial" panose="020B0604020202020204" pitchFamily="34" charset="0"/>
        <a:buChar char="–"/>
        <a:tabLst/>
        <a:defRPr sz="1200" kern="1200">
          <a:solidFill>
            <a:schemeClr val="tx2">
              <a:lumMod val="75000"/>
              <a:lumOff val="25000"/>
            </a:schemeClr>
          </a:solidFill>
          <a:latin typeface="Arial" panose="020B0604020202020204" pitchFamily="34" charset="0"/>
          <a:ea typeface="+mn-ea"/>
          <a:cs typeface="Arial" panose="020B0604020202020204" pitchFamily="34" charset="0"/>
        </a:defRPr>
      </a:lvl5pPr>
      <a:lvl6pPr marL="1523925" indent="-304784" algn="l" defTabSz="1219140" rtl="0" eaLnBrk="1" latinLnBrk="0" hangingPunct="1">
        <a:lnSpc>
          <a:spcPct val="100000"/>
        </a:lnSpc>
        <a:spcBef>
          <a:spcPts val="533"/>
        </a:spcBef>
        <a:buClr>
          <a:schemeClr val="accent2"/>
        </a:buClr>
        <a:buSzPct val="125000"/>
        <a:buFont typeface="Arial" panose="020B0604020202020204" pitchFamily="34" charset="0"/>
        <a:buChar char="•"/>
        <a:defRPr sz="2133" kern="1200">
          <a:solidFill>
            <a:schemeClr val="tx2"/>
          </a:solidFill>
          <a:latin typeface="Arial" panose="020B0604020202020204" pitchFamily="34" charset="0"/>
          <a:ea typeface="+mn-ea"/>
          <a:cs typeface="Arial" panose="020B0604020202020204" pitchFamily="34" charset="0"/>
        </a:defRPr>
      </a:lvl6pPr>
      <a:lvl7pPr marL="1828709" indent="-304784" algn="l" defTabSz="1219140" rtl="0" eaLnBrk="1" latinLnBrk="0" hangingPunct="1">
        <a:lnSpc>
          <a:spcPct val="100000"/>
        </a:lnSpc>
        <a:spcBef>
          <a:spcPts val="533"/>
        </a:spcBef>
        <a:buClr>
          <a:schemeClr val="accent2"/>
        </a:buClr>
        <a:buSzPct val="90000"/>
        <a:buFont typeface="Arial" panose="020B0604020202020204" pitchFamily="34" charset="0"/>
        <a:buChar char="–"/>
        <a:defRPr sz="2133" kern="1200">
          <a:solidFill>
            <a:schemeClr val="tx2"/>
          </a:solidFill>
          <a:latin typeface="+mn-lt"/>
          <a:ea typeface="+mn-ea"/>
          <a:cs typeface="+mn-cs"/>
        </a:defRPr>
      </a:lvl7pPr>
      <a:lvl8pPr marL="2133493" indent="-304784" algn="l" defTabSz="1219140" rtl="0" eaLnBrk="1" latinLnBrk="0" hangingPunct="1">
        <a:lnSpc>
          <a:spcPct val="100000"/>
        </a:lnSpc>
        <a:spcBef>
          <a:spcPts val="533"/>
        </a:spcBef>
        <a:buClr>
          <a:schemeClr val="accent2"/>
        </a:buClr>
        <a:buSzPct val="90000"/>
        <a:buFont typeface="Courier New" panose="02070309020205020404" pitchFamily="49" charset="0"/>
        <a:buChar char="o"/>
        <a:defRPr sz="2133" kern="1200">
          <a:solidFill>
            <a:schemeClr val="tx2"/>
          </a:solidFill>
          <a:latin typeface="+mn-lt"/>
          <a:ea typeface="+mn-ea"/>
          <a:cs typeface="+mn-cs"/>
        </a:defRPr>
      </a:lvl8pPr>
      <a:lvl9pPr marL="2133493" indent="-304784" algn="l" defTabSz="1219140" rtl="0" eaLnBrk="1" latinLnBrk="0" hangingPunct="1">
        <a:lnSpc>
          <a:spcPct val="100000"/>
        </a:lnSpc>
        <a:spcBef>
          <a:spcPts val="533"/>
        </a:spcBef>
        <a:buClrTx/>
        <a:buSzPct val="90000"/>
        <a:buFont typeface="Courier New" panose="02070309020205020404" pitchFamily="49" charset="0"/>
        <a:buChar char="o"/>
        <a:defRPr sz="2133" kern="1200">
          <a:solidFill>
            <a:schemeClr val="tx2"/>
          </a:solidFill>
          <a:latin typeface="+mn-lt"/>
          <a:ea typeface="+mn-ea"/>
          <a:cs typeface="+mn-cs"/>
        </a:defRPr>
      </a:lvl9pPr>
    </p:bodyStyle>
    <p:otherStyle>
      <a:defPPr>
        <a:defRPr lang="en-US"/>
      </a:defPPr>
      <a:lvl1pPr marL="0" algn="l" defTabSz="1219140" rtl="0" eaLnBrk="1" latinLnBrk="0" hangingPunct="1">
        <a:defRPr sz="2400" kern="1200">
          <a:solidFill>
            <a:schemeClr val="tx1"/>
          </a:solidFill>
          <a:latin typeface="+mn-lt"/>
          <a:ea typeface="+mn-ea"/>
          <a:cs typeface="+mn-cs"/>
        </a:defRPr>
      </a:lvl1pPr>
      <a:lvl2pPr marL="609570" algn="l" defTabSz="1219140" rtl="0" eaLnBrk="1" latinLnBrk="0" hangingPunct="1">
        <a:defRPr sz="2400" kern="1200">
          <a:solidFill>
            <a:schemeClr val="tx1"/>
          </a:solidFill>
          <a:latin typeface="+mn-lt"/>
          <a:ea typeface="+mn-ea"/>
          <a:cs typeface="+mn-cs"/>
        </a:defRPr>
      </a:lvl2pPr>
      <a:lvl3pPr marL="1219140" algn="l" defTabSz="1219140" rtl="0" eaLnBrk="1" latinLnBrk="0" hangingPunct="1">
        <a:defRPr sz="2400" kern="1200">
          <a:solidFill>
            <a:schemeClr val="tx1"/>
          </a:solidFill>
          <a:latin typeface="+mn-lt"/>
          <a:ea typeface="+mn-ea"/>
          <a:cs typeface="+mn-cs"/>
        </a:defRPr>
      </a:lvl3pPr>
      <a:lvl4pPr marL="1828709" algn="l" defTabSz="1219140" rtl="0" eaLnBrk="1" latinLnBrk="0" hangingPunct="1">
        <a:defRPr sz="2400" kern="1200">
          <a:solidFill>
            <a:schemeClr val="tx1"/>
          </a:solidFill>
          <a:latin typeface="+mn-lt"/>
          <a:ea typeface="+mn-ea"/>
          <a:cs typeface="+mn-cs"/>
        </a:defRPr>
      </a:lvl4pPr>
      <a:lvl5pPr marL="2438278" algn="l" defTabSz="1219140" rtl="0" eaLnBrk="1" latinLnBrk="0" hangingPunct="1">
        <a:defRPr sz="2400" kern="1200">
          <a:solidFill>
            <a:schemeClr val="tx1"/>
          </a:solidFill>
          <a:latin typeface="+mn-lt"/>
          <a:ea typeface="+mn-ea"/>
          <a:cs typeface="+mn-cs"/>
        </a:defRPr>
      </a:lvl5pPr>
      <a:lvl6pPr marL="3047848" algn="l" defTabSz="1219140" rtl="0" eaLnBrk="1" latinLnBrk="0" hangingPunct="1">
        <a:defRPr sz="2400" kern="1200">
          <a:solidFill>
            <a:schemeClr val="tx1"/>
          </a:solidFill>
          <a:latin typeface="+mn-lt"/>
          <a:ea typeface="+mn-ea"/>
          <a:cs typeface="+mn-cs"/>
        </a:defRPr>
      </a:lvl6pPr>
      <a:lvl7pPr marL="3657418" algn="l" defTabSz="1219140" rtl="0" eaLnBrk="1" latinLnBrk="0" hangingPunct="1">
        <a:defRPr sz="2400" kern="1200">
          <a:solidFill>
            <a:schemeClr val="tx1"/>
          </a:solidFill>
          <a:latin typeface="+mn-lt"/>
          <a:ea typeface="+mn-ea"/>
          <a:cs typeface="+mn-cs"/>
        </a:defRPr>
      </a:lvl7pPr>
      <a:lvl8pPr marL="4266987" algn="l" defTabSz="1219140" rtl="0" eaLnBrk="1" latinLnBrk="0" hangingPunct="1">
        <a:defRPr sz="2400" kern="1200">
          <a:solidFill>
            <a:schemeClr val="tx1"/>
          </a:solidFill>
          <a:latin typeface="+mn-lt"/>
          <a:ea typeface="+mn-ea"/>
          <a:cs typeface="+mn-cs"/>
        </a:defRPr>
      </a:lvl8pPr>
      <a:lvl9pPr marL="4876557" algn="l" defTabSz="121914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40">
          <p15:clr>
            <a:srgbClr val="F26B43"/>
          </p15:clr>
        </p15:guide>
        <p15:guide id="3" pos="5520">
          <p15:clr>
            <a:srgbClr val="F26B43"/>
          </p15:clr>
        </p15:guide>
        <p15:guide id="4" orient="horz" pos="2988">
          <p15:clr>
            <a:srgbClr val="F26B43"/>
          </p15:clr>
        </p15:guide>
        <p15:guide id="5" orient="horz" pos="564">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image" Target="../media/image7.jpg"/><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https://drm.file.force.com/servlet/servlet.ImageServer?id=0153k00000A5Mu8&amp;oid=00DF0000000gZsu&amp;lastMod=1617694251000" TargetMode="Externa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BE6DA75-652A-02B0-E5FF-AA9C406C6900}"/>
              </a:ext>
            </a:extLst>
          </p:cNvPr>
          <p:cNvSpPr>
            <a:spLocks noGrp="1"/>
          </p:cNvSpPr>
          <p:nvPr>
            <p:ph type="title"/>
          </p:nvPr>
        </p:nvSpPr>
        <p:spPr/>
        <p:txBody>
          <a:bodyPr>
            <a:normAutofit fontScale="90000"/>
          </a:bodyPr>
          <a:lstStyle/>
          <a:p>
            <a:r>
              <a:rPr lang="en-IN" dirty="0" err="1"/>
              <a:t>Vixit</a:t>
            </a:r>
            <a:r>
              <a:rPr lang="en-IN" dirty="0"/>
              <a:t> Bhardwaj – Technical Architect – Projects</a:t>
            </a:r>
          </a:p>
        </p:txBody>
      </p:sp>
      <p:sp>
        <p:nvSpPr>
          <p:cNvPr id="3" name="Footer Placeholder 2">
            <a:extLst>
              <a:ext uri="{FF2B5EF4-FFF2-40B4-BE49-F238E27FC236}">
                <a16:creationId xmlns:a16="http://schemas.microsoft.com/office/drawing/2014/main" id="{95A398F4-8411-217A-FCD0-9766E06F6D50}"/>
              </a:ext>
            </a:extLst>
          </p:cNvPr>
          <p:cNvSpPr>
            <a:spLocks noGrp="1"/>
          </p:cNvSpPr>
          <p:nvPr>
            <p:ph type="ftr" sz="quarter" idx="11"/>
          </p:nvPr>
        </p:nvSpPr>
        <p:spPr>
          <a:xfrm>
            <a:off x="4046438" y="6471839"/>
            <a:ext cx="4114800" cy="365125"/>
          </a:xfrm>
        </p:spPr>
        <p:txBody>
          <a:bodyPr/>
          <a:lstStyle/>
          <a:p>
            <a:r>
              <a:rPr lang="en-US" dirty="0"/>
              <a:t>© 2025 Cognizant Confidential</a:t>
            </a:r>
          </a:p>
        </p:txBody>
      </p:sp>
      <p:sp>
        <p:nvSpPr>
          <p:cNvPr id="4" name="Slide Number Placeholder 3">
            <a:extLst>
              <a:ext uri="{FF2B5EF4-FFF2-40B4-BE49-F238E27FC236}">
                <a16:creationId xmlns:a16="http://schemas.microsoft.com/office/drawing/2014/main" id="{B0F45495-E941-33B9-F906-5039B3C4B024}"/>
              </a:ext>
            </a:extLst>
          </p:cNvPr>
          <p:cNvSpPr>
            <a:spLocks noGrp="1"/>
          </p:cNvSpPr>
          <p:nvPr>
            <p:ph type="sldNum" sz="quarter" idx="12"/>
          </p:nvPr>
        </p:nvSpPr>
        <p:spPr/>
        <p:txBody>
          <a:bodyPr/>
          <a:lstStyle/>
          <a:p>
            <a:fld id="{C53E075B-3175-45CF-B3C7-FEDF3F5961E3}" type="slidenum">
              <a:rPr lang="en-US" smtClean="0"/>
              <a:pPr/>
              <a:t>1</a:t>
            </a:fld>
            <a:endParaRPr lang="en-US"/>
          </a:p>
        </p:txBody>
      </p:sp>
      <p:sp>
        <p:nvSpPr>
          <p:cNvPr id="25" name="Rectangle 24">
            <a:extLst>
              <a:ext uri="{FF2B5EF4-FFF2-40B4-BE49-F238E27FC236}">
                <a16:creationId xmlns:a16="http://schemas.microsoft.com/office/drawing/2014/main" id="{2079CB6C-E240-B190-AE9D-DFDAA54BCBC8}"/>
              </a:ext>
            </a:extLst>
          </p:cNvPr>
          <p:cNvSpPr/>
          <p:nvPr/>
        </p:nvSpPr>
        <p:spPr>
          <a:xfrm>
            <a:off x="447972" y="1222407"/>
            <a:ext cx="1198179" cy="11935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a:extLst>
              <a:ext uri="{FF2B5EF4-FFF2-40B4-BE49-F238E27FC236}">
                <a16:creationId xmlns:a16="http://schemas.microsoft.com/office/drawing/2014/main" id="{DE71229D-D8A2-714D-DAEA-FB977F52251B}"/>
              </a:ext>
            </a:extLst>
          </p:cNvPr>
          <p:cNvSpPr/>
          <p:nvPr/>
        </p:nvSpPr>
        <p:spPr>
          <a:xfrm>
            <a:off x="447971" y="2515409"/>
            <a:ext cx="5134681" cy="29968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Profile Summary</a:t>
            </a:r>
          </a:p>
        </p:txBody>
      </p:sp>
      <p:sp>
        <p:nvSpPr>
          <p:cNvPr id="28" name="Rectangle 27">
            <a:extLst>
              <a:ext uri="{FF2B5EF4-FFF2-40B4-BE49-F238E27FC236}">
                <a16:creationId xmlns:a16="http://schemas.microsoft.com/office/drawing/2014/main" id="{0E328110-6F4F-02EF-E5F3-3903DA0AD821}"/>
              </a:ext>
            </a:extLst>
          </p:cNvPr>
          <p:cNvSpPr/>
          <p:nvPr/>
        </p:nvSpPr>
        <p:spPr>
          <a:xfrm>
            <a:off x="438794" y="4817962"/>
            <a:ext cx="5134681" cy="29968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Technical and Functional Expertise</a:t>
            </a:r>
          </a:p>
        </p:txBody>
      </p:sp>
      <p:sp>
        <p:nvSpPr>
          <p:cNvPr id="29" name="Rectangle 28">
            <a:extLst>
              <a:ext uri="{FF2B5EF4-FFF2-40B4-BE49-F238E27FC236}">
                <a16:creationId xmlns:a16="http://schemas.microsoft.com/office/drawing/2014/main" id="{0D9BDC23-FB4E-44D3-32ED-7F4BDEEAA133}"/>
              </a:ext>
            </a:extLst>
          </p:cNvPr>
          <p:cNvSpPr/>
          <p:nvPr/>
        </p:nvSpPr>
        <p:spPr>
          <a:xfrm>
            <a:off x="5736658" y="1145405"/>
            <a:ext cx="2637322" cy="3693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Relevant Experience</a:t>
            </a:r>
          </a:p>
        </p:txBody>
      </p:sp>
      <p:sp>
        <p:nvSpPr>
          <p:cNvPr id="33" name="Rectangle 32">
            <a:extLst>
              <a:ext uri="{FF2B5EF4-FFF2-40B4-BE49-F238E27FC236}">
                <a16:creationId xmlns:a16="http://schemas.microsoft.com/office/drawing/2014/main" id="{F3520D73-2502-1CE6-5E8D-2B8E5BB9B1C1}"/>
              </a:ext>
            </a:extLst>
          </p:cNvPr>
          <p:cNvSpPr/>
          <p:nvPr/>
        </p:nvSpPr>
        <p:spPr>
          <a:xfrm>
            <a:off x="5736657" y="1145405"/>
            <a:ext cx="6160168" cy="5263973"/>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Rectangle 33">
            <a:extLst>
              <a:ext uri="{FF2B5EF4-FFF2-40B4-BE49-F238E27FC236}">
                <a16:creationId xmlns:a16="http://schemas.microsoft.com/office/drawing/2014/main" id="{219830CA-34B4-F805-B366-4395D044378C}"/>
              </a:ext>
            </a:extLst>
          </p:cNvPr>
          <p:cNvSpPr/>
          <p:nvPr/>
        </p:nvSpPr>
        <p:spPr>
          <a:xfrm>
            <a:off x="447972" y="2815092"/>
            <a:ext cx="5134681" cy="200287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ectangle 34">
            <a:extLst>
              <a:ext uri="{FF2B5EF4-FFF2-40B4-BE49-F238E27FC236}">
                <a16:creationId xmlns:a16="http://schemas.microsoft.com/office/drawing/2014/main" id="{753E8DB9-4C2D-C46D-C7EE-2E46B490FBAD}"/>
              </a:ext>
            </a:extLst>
          </p:cNvPr>
          <p:cNvSpPr/>
          <p:nvPr/>
        </p:nvSpPr>
        <p:spPr>
          <a:xfrm>
            <a:off x="446149" y="5107184"/>
            <a:ext cx="2586204" cy="138505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35">
            <a:extLst>
              <a:ext uri="{FF2B5EF4-FFF2-40B4-BE49-F238E27FC236}">
                <a16:creationId xmlns:a16="http://schemas.microsoft.com/office/drawing/2014/main" id="{76BF2170-9BA3-E08A-7557-C92B82847606}"/>
              </a:ext>
            </a:extLst>
          </p:cNvPr>
          <p:cNvSpPr/>
          <p:nvPr/>
        </p:nvSpPr>
        <p:spPr>
          <a:xfrm>
            <a:off x="3094918" y="5107184"/>
            <a:ext cx="2487734" cy="138505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629111F0-9329-E06A-640A-AA9B986BB29C}"/>
              </a:ext>
            </a:extLst>
          </p:cNvPr>
          <p:cNvSpPr txBox="1"/>
          <p:nvPr/>
        </p:nvSpPr>
        <p:spPr>
          <a:xfrm>
            <a:off x="1800155" y="1135718"/>
            <a:ext cx="2963915" cy="261610"/>
          </a:xfrm>
          <a:prstGeom prst="rect">
            <a:avLst/>
          </a:prstGeom>
          <a:noFill/>
        </p:spPr>
        <p:txBody>
          <a:bodyPr wrap="square">
            <a:spAutoFit/>
          </a:bodyPr>
          <a:lstStyle/>
          <a:p>
            <a:r>
              <a:rPr lang="en-US" sz="1100" dirty="0"/>
              <a:t>5 x Salesforce Certified</a:t>
            </a:r>
            <a:endParaRPr lang="en-IN" sz="1100" dirty="0"/>
          </a:p>
        </p:txBody>
      </p:sp>
      <p:sp>
        <p:nvSpPr>
          <p:cNvPr id="44" name="TextBox 43">
            <a:extLst>
              <a:ext uri="{FF2B5EF4-FFF2-40B4-BE49-F238E27FC236}">
                <a16:creationId xmlns:a16="http://schemas.microsoft.com/office/drawing/2014/main" id="{3F0BE697-A6A9-DE2F-5891-3806F269042C}"/>
              </a:ext>
            </a:extLst>
          </p:cNvPr>
          <p:cNvSpPr txBox="1"/>
          <p:nvPr/>
        </p:nvSpPr>
        <p:spPr>
          <a:xfrm>
            <a:off x="434756" y="2859733"/>
            <a:ext cx="5097204" cy="1938992"/>
          </a:xfrm>
          <a:prstGeom prst="rect">
            <a:avLst/>
          </a:prstGeom>
          <a:noFill/>
        </p:spPr>
        <p:txBody>
          <a:bodyPr wrap="square">
            <a:spAutoFit/>
          </a:bodyPr>
          <a:lstStyle/>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Detail oriented Architect with a 15 years of deep understanding and hands on with Salesforce platform, including its declarative and customization side</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Designed 14+ Enterprise grade solutions on Sales/Service/Experience cloud.</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Contributed to Complex design and technical Implementation with Fortune 500 companies &amp; clients that drive operational efficiency and sales growth </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Strong experience in integrating third-party systems using the Salesforce API</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Handled large-scale data migrations without disrupting business processes</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Transformed Legacy/Classic Salesforce Platform into 100% Lightning Systems.</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Hands-on with </a:t>
            </a:r>
            <a:r>
              <a:rPr lang="en-US" sz="1000" dirty="0" err="1">
                <a:solidFill>
                  <a:schemeClr val="tx2"/>
                </a:solidFill>
                <a:latin typeface="Arial" panose="020B0604020202020204" pitchFamily="34" charset="0"/>
                <a:cs typeface="Arial" panose="020B0604020202020204" pitchFamily="34" charset="0"/>
              </a:rPr>
              <a:t>Force.com</a:t>
            </a:r>
            <a:r>
              <a:rPr lang="en-US" sz="1000" dirty="0">
                <a:solidFill>
                  <a:schemeClr val="tx2"/>
                </a:solidFill>
                <a:latin typeface="Arial" panose="020B0604020202020204" pitchFamily="34" charset="0"/>
                <a:cs typeface="Arial" panose="020B0604020202020204" pitchFamily="34" charset="0"/>
              </a:rPr>
              <a:t> platform technologies including Apex Class, Triggers, Lightning Flows, Lightning Aura and LWC components, Data modeling. </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Implemented Salesforce Shield for encrypting PII data, Data Masking, Event Monitoring.</a:t>
            </a:r>
          </a:p>
        </p:txBody>
      </p:sp>
      <p:sp>
        <p:nvSpPr>
          <p:cNvPr id="45" name="Content Placeholder 2">
            <a:extLst>
              <a:ext uri="{FF2B5EF4-FFF2-40B4-BE49-F238E27FC236}">
                <a16:creationId xmlns:a16="http://schemas.microsoft.com/office/drawing/2014/main" id="{81D020D4-C2D8-475E-3A9C-6F0B0D32CFB0}"/>
              </a:ext>
            </a:extLst>
          </p:cNvPr>
          <p:cNvSpPr txBox="1">
            <a:spLocks/>
          </p:cNvSpPr>
          <p:nvPr/>
        </p:nvSpPr>
        <p:spPr>
          <a:xfrm>
            <a:off x="469193" y="5116698"/>
            <a:ext cx="2520928" cy="1297311"/>
          </a:xfrm>
          <a:prstGeom prst="rect">
            <a:avLst/>
          </a:prstGeom>
        </p:spPr>
        <p:txBody>
          <a:bodyPr vert="horz" lIns="0" tIns="0" rIns="0" bIns="0" rtlCol="0">
            <a:noAutofit/>
          </a:bodyPr>
          <a:lstStyle>
            <a:lvl1pPr marL="0" indent="0" algn="l" defTabSz="914400" rtl="0" eaLnBrk="1" latinLnBrk="0" hangingPunct="1">
              <a:lnSpc>
                <a:spcPct val="100000"/>
              </a:lnSpc>
              <a:spcBef>
                <a:spcPts val="600"/>
              </a:spcBef>
              <a:buFont typeface="Arial" panose="020B0604020202020204" pitchFamily="34" charset="0"/>
              <a:buNone/>
              <a:defRPr sz="1800" kern="1200">
                <a:solidFill>
                  <a:schemeClr val="tx2"/>
                </a:solidFill>
                <a:latin typeface="Arial" panose="020B0604020202020204" pitchFamily="34" charset="0"/>
                <a:ea typeface="+mn-ea"/>
                <a:cs typeface="Arial" panose="020B0604020202020204" pitchFamily="34" charset="0"/>
              </a:defRPr>
            </a:lvl1pPr>
            <a:lvl2pPr marL="228600" indent="-228600" algn="l" defTabSz="914400" rtl="0" eaLnBrk="1" latinLnBrk="0" hangingPunct="1">
              <a:lnSpc>
                <a:spcPct val="100000"/>
              </a:lnSpc>
              <a:spcBef>
                <a:spcPts val="600"/>
              </a:spcBef>
              <a:buClrTx/>
              <a:buSzPct val="125000"/>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2pPr>
            <a:lvl3pPr marL="457200" indent="-228600" algn="l" defTabSz="914400" rtl="0" eaLnBrk="1" latinLnBrk="0" hangingPunct="1">
              <a:lnSpc>
                <a:spcPct val="100000"/>
              </a:lnSpc>
              <a:spcBef>
                <a:spcPts val="400"/>
              </a:spcBef>
              <a:buClrTx/>
              <a:buSzPct val="100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3pPr>
            <a:lvl4pPr marL="685800" indent="-228600" algn="l" defTabSz="914400" rtl="0" eaLnBrk="1" latinLnBrk="0" hangingPunct="1">
              <a:lnSpc>
                <a:spcPct val="100000"/>
              </a:lnSpc>
              <a:spcBef>
                <a:spcPts val="400"/>
              </a:spcBef>
              <a:buClrTx/>
              <a:buSzPct val="100000"/>
              <a:buFont typeface="Courier New" panose="02070309020205020404" pitchFamily="49" charset="0"/>
              <a:buChar char="o"/>
              <a:defRPr sz="1600" kern="1200">
                <a:solidFill>
                  <a:schemeClr val="tx2"/>
                </a:solidFill>
                <a:latin typeface="Arial" panose="020B0604020202020204" pitchFamily="34" charset="0"/>
                <a:ea typeface="+mn-ea"/>
                <a:cs typeface="Arial" panose="020B0604020202020204" pitchFamily="34" charset="0"/>
              </a:defRPr>
            </a:lvl4pPr>
            <a:lvl5pPr marL="914400" indent="-228600" algn="l" defTabSz="914400" rtl="0" eaLnBrk="1" latinLnBrk="0" hangingPunct="1">
              <a:lnSpc>
                <a:spcPct val="100000"/>
              </a:lnSpc>
              <a:spcBef>
                <a:spcPts val="400"/>
              </a:spcBef>
              <a:buClrTx/>
              <a:buSzPct val="100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5pPr>
            <a:lvl6pPr marL="1143000" indent="-228600" algn="l" defTabSz="914400" rtl="0" eaLnBrk="1" latinLnBrk="0" hangingPunct="1">
              <a:lnSpc>
                <a:spcPct val="100000"/>
              </a:lnSpc>
              <a:spcBef>
                <a:spcPts val="400"/>
              </a:spcBef>
              <a:buClr>
                <a:schemeClr val="accent2"/>
              </a:buClr>
              <a:buSzPct val="125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6pPr>
            <a:lvl7pPr marL="1371600" indent="-228600" algn="l" defTabSz="914400" rtl="0" eaLnBrk="1" latinLnBrk="0" hangingPunct="1">
              <a:lnSpc>
                <a:spcPct val="100000"/>
              </a:lnSpc>
              <a:spcBef>
                <a:spcPts val="400"/>
              </a:spcBef>
              <a:buClr>
                <a:schemeClr val="accent2"/>
              </a:buClr>
              <a:buSzPct val="90000"/>
              <a:buFont typeface="Arial" panose="020B0604020202020204" pitchFamily="34" charset="0"/>
              <a:buChar char="–"/>
              <a:defRPr sz="1600" kern="1200">
                <a:solidFill>
                  <a:schemeClr val="tx2"/>
                </a:solidFill>
                <a:latin typeface="+mn-lt"/>
                <a:ea typeface="+mn-ea"/>
                <a:cs typeface="+mn-cs"/>
              </a:defRPr>
            </a:lvl7pPr>
            <a:lvl8pPr marL="1600200" indent="-228600" algn="l" defTabSz="914400" rtl="0" eaLnBrk="1" latinLnBrk="0" hangingPunct="1">
              <a:lnSpc>
                <a:spcPct val="100000"/>
              </a:lnSpc>
              <a:spcBef>
                <a:spcPts val="400"/>
              </a:spcBef>
              <a:buClr>
                <a:schemeClr val="accent2"/>
              </a:buClr>
              <a:buSzPct val="90000"/>
              <a:buFont typeface="Courier New" panose="02070309020205020404" pitchFamily="49" charset="0"/>
              <a:buChar char="o"/>
              <a:defRPr sz="1600" kern="1200">
                <a:solidFill>
                  <a:schemeClr val="tx2"/>
                </a:solidFill>
                <a:latin typeface="+mn-lt"/>
                <a:ea typeface="+mn-ea"/>
                <a:cs typeface="+mn-cs"/>
              </a:defRPr>
            </a:lvl8pPr>
            <a:lvl9pPr marL="1600200" indent="-228600" algn="l" defTabSz="914400" rtl="0" eaLnBrk="1" latinLnBrk="0" hangingPunct="1">
              <a:lnSpc>
                <a:spcPct val="100000"/>
              </a:lnSpc>
              <a:spcBef>
                <a:spcPts val="400"/>
              </a:spcBef>
              <a:buClrTx/>
              <a:buSzPct val="90000"/>
              <a:buFont typeface="Courier New" panose="02070309020205020404" pitchFamily="49" charset="0"/>
              <a:buChar char="o"/>
              <a:defRPr sz="1600" kern="1200">
                <a:solidFill>
                  <a:schemeClr val="tx2"/>
                </a:solidFill>
                <a:latin typeface="+mn-lt"/>
                <a:ea typeface="+mn-ea"/>
                <a:cs typeface="+mn-cs"/>
              </a:defRPr>
            </a:lvl9pPr>
          </a:lstStyle>
          <a:p>
            <a:pPr marL="171450" indent="-171450" fontAlgn="base">
              <a:spcBef>
                <a:spcPct val="0"/>
              </a:spcBef>
              <a:spcAft>
                <a:spcPct val="0"/>
              </a:spcAft>
              <a:buFont typeface="Arial" panose="020B0604020202020204" pitchFamily="34" charset="0"/>
              <a:buChar char="•"/>
              <a:tabLst>
                <a:tab pos="228600" algn="l"/>
              </a:tabLst>
            </a:pPr>
            <a:r>
              <a:rPr lang="en-GB" altLang="en-US" sz="1000" dirty="0"/>
              <a:t>Security and Access Governance Management</a:t>
            </a:r>
          </a:p>
          <a:p>
            <a:pPr marL="171450" indent="-171450" fontAlgn="base">
              <a:spcBef>
                <a:spcPct val="0"/>
              </a:spcBef>
              <a:spcAft>
                <a:spcPct val="0"/>
              </a:spcAft>
              <a:buFont typeface="Arial" panose="020B0604020202020204" pitchFamily="34" charset="0"/>
              <a:buChar char="•"/>
              <a:tabLst>
                <a:tab pos="228600" algn="l"/>
              </a:tabLst>
            </a:pPr>
            <a:r>
              <a:rPr lang="en-GB" altLang="en-US" sz="1000" dirty="0"/>
              <a:t>Documentation and Knowledge Management</a:t>
            </a:r>
          </a:p>
          <a:p>
            <a:pPr marL="171450" indent="-171450" fontAlgn="base">
              <a:spcBef>
                <a:spcPct val="0"/>
              </a:spcBef>
              <a:spcAft>
                <a:spcPct val="0"/>
              </a:spcAft>
              <a:buFont typeface="Arial" panose="020B0604020202020204" pitchFamily="34" charset="0"/>
              <a:buChar char="•"/>
              <a:tabLst>
                <a:tab pos="228600" algn="l"/>
              </a:tabLst>
            </a:pPr>
            <a:r>
              <a:rPr lang="en-GB" altLang="en-US" sz="1000" dirty="0"/>
              <a:t>Governance and </a:t>
            </a:r>
            <a:r>
              <a:rPr lang="en-GB" altLang="en-US" sz="1000" dirty="0" err="1"/>
              <a:t>CoE</a:t>
            </a:r>
            <a:r>
              <a:rPr lang="en-GB" altLang="en-US" sz="1000" dirty="0"/>
              <a:t> Processes (manage prioritization and backlog grooming, define technical standards, naming conventions and flow guidelines)</a:t>
            </a:r>
          </a:p>
          <a:p>
            <a:pPr marL="171450" indent="-171450" fontAlgn="base">
              <a:spcBef>
                <a:spcPct val="0"/>
              </a:spcBef>
              <a:spcAft>
                <a:spcPct val="0"/>
              </a:spcAft>
              <a:buFont typeface="Arial" panose="020B0604020202020204" pitchFamily="34" charset="0"/>
              <a:buChar char="•"/>
              <a:tabLst>
                <a:tab pos="228600" algn="l"/>
              </a:tabLst>
            </a:pPr>
            <a:endParaRPr lang="en-GB" altLang="en-US" sz="1000" dirty="0"/>
          </a:p>
          <a:p>
            <a:pPr marL="171450" indent="-171450" fontAlgn="base">
              <a:spcBef>
                <a:spcPct val="0"/>
              </a:spcBef>
              <a:spcAft>
                <a:spcPct val="0"/>
              </a:spcAft>
              <a:buFont typeface="Arial" panose="020B0604020202020204" pitchFamily="34" charset="0"/>
              <a:buChar char="•"/>
              <a:tabLst>
                <a:tab pos="228600" algn="l"/>
              </a:tabLst>
            </a:pPr>
            <a:endParaRPr lang="en-GB" altLang="en-US" sz="1000" dirty="0"/>
          </a:p>
          <a:p>
            <a:pPr marL="171450" indent="-171450" eaLnBrk="0" fontAlgn="base" hangingPunct="0">
              <a:spcBef>
                <a:spcPct val="0"/>
              </a:spcBef>
              <a:spcAft>
                <a:spcPct val="0"/>
              </a:spcAft>
              <a:buFont typeface="Arial" panose="020B0604020202020204" pitchFamily="34" charset="0"/>
              <a:buChar char="•"/>
              <a:tabLst>
                <a:tab pos="228600" algn="l"/>
              </a:tabLst>
            </a:pPr>
            <a:endParaRPr lang="en-GB" altLang="en-US" sz="1000" dirty="0">
              <a:ea typeface="Times New Roman" panose="02020603050405020304" pitchFamily="18" charset="0"/>
            </a:endParaRPr>
          </a:p>
        </p:txBody>
      </p:sp>
      <p:sp>
        <p:nvSpPr>
          <p:cNvPr id="46" name="Content Placeholder 2">
            <a:extLst>
              <a:ext uri="{FF2B5EF4-FFF2-40B4-BE49-F238E27FC236}">
                <a16:creationId xmlns:a16="http://schemas.microsoft.com/office/drawing/2014/main" id="{7738138D-847D-BC78-F572-7EBE75D0C70B}"/>
              </a:ext>
            </a:extLst>
          </p:cNvPr>
          <p:cNvSpPr txBox="1">
            <a:spLocks/>
          </p:cNvSpPr>
          <p:nvPr/>
        </p:nvSpPr>
        <p:spPr>
          <a:xfrm>
            <a:off x="3127992" y="5166304"/>
            <a:ext cx="2431831" cy="1236675"/>
          </a:xfrm>
          <a:prstGeom prst="rect">
            <a:avLst/>
          </a:prstGeom>
        </p:spPr>
        <p:txBody>
          <a:bodyPr vert="horz" lIns="0" tIns="0" rIns="0" bIns="0" rtlCol="0">
            <a:noAutofit/>
          </a:bodyPr>
          <a:lstStyle>
            <a:lvl1pPr marL="0" indent="0" algn="l" defTabSz="914400" rtl="0" eaLnBrk="1" latinLnBrk="0" hangingPunct="1">
              <a:lnSpc>
                <a:spcPct val="100000"/>
              </a:lnSpc>
              <a:spcBef>
                <a:spcPts val="600"/>
              </a:spcBef>
              <a:buFont typeface="Arial" panose="020B0604020202020204" pitchFamily="34" charset="0"/>
              <a:buNone/>
              <a:defRPr sz="1800" kern="1200">
                <a:solidFill>
                  <a:schemeClr val="tx2"/>
                </a:solidFill>
                <a:latin typeface="Arial" panose="020B0604020202020204" pitchFamily="34" charset="0"/>
                <a:ea typeface="+mn-ea"/>
                <a:cs typeface="Arial" panose="020B0604020202020204" pitchFamily="34" charset="0"/>
              </a:defRPr>
            </a:lvl1pPr>
            <a:lvl2pPr marL="228600" indent="-228600" algn="l" defTabSz="914400" rtl="0" eaLnBrk="1" latinLnBrk="0" hangingPunct="1">
              <a:lnSpc>
                <a:spcPct val="100000"/>
              </a:lnSpc>
              <a:spcBef>
                <a:spcPts val="600"/>
              </a:spcBef>
              <a:buClrTx/>
              <a:buSzPct val="125000"/>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2pPr>
            <a:lvl3pPr marL="457200" indent="-228600" algn="l" defTabSz="914400" rtl="0" eaLnBrk="1" latinLnBrk="0" hangingPunct="1">
              <a:lnSpc>
                <a:spcPct val="100000"/>
              </a:lnSpc>
              <a:spcBef>
                <a:spcPts val="400"/>
              </a:spcBef>
              <a:buClrTx/>
              <a:buSzPct val="100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3pPr>
            <a:lvl4pPr marL="685800" indent="-228600" algn="l" defTabSz="914400" rtl="0" eaLnBrk="1" latinLnBrk="0" hangingPunct="1">
              <a:lnSpc>
                <a:spcPct val="100000"/>
              </a:lnSpc>
              <a:spcBef>
                <a:spcPts val="400"/>
              </a:spcBef>
              <a:buClrTx/>
              <a:buSzPct val="100000"/>
              <a:buFont typeface="Courier New" panose="02070309020205020404" pitchFamily="49" charset="0"/>
              <a:buChar char="o"/>
              <a:defRPr sz="1600" kern="1200">
                <a:solidFill>
                  <a:schemeClr val="tx2"/>
                </a:solidFill>
                <a:latin typeface="Arial" panose="020B0604020202020204" pitchFamily="34" charset="0"/>
                <a:ea typeface="+mn-ea"/>
                <a:cs typeface="Arial" panose="020B0604020202020204" pitchFamily="34" charset="0"/>
              </a:defRPr>
            </a:lvl4pPr>
            <a:lvl5pPr marL="914400" indent="-228600" algn="l" defTabSz="914400" rtl="0" eaLnBrk="1" latinLnBrk="0" hangingPunct="1">
              <a:lnSpc>
                <a:spcPct val="100000"/>
              </a:lnSpc>
              <a:spcBef>
                <a:spcPts val="400"/>
              </a:spcBef>
              <a:buClrTx/>
              <a:buSzPct val="100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5pPr>
            <a:lvl6pPr marL="1143000" indent="-228600" algn="l" defTabSz="914400" rtl="0" eaLnBrk="1" latinLnBrk="0" hangingPunct="1">
              <a:lnSpc>
                <a:spcPct val="100000"/>
              </a:lnSpc>
              <a:spcBef>
                <a:spcPts val="400"/>
              </a:spcBef>
              <a:buClr>
                <a:schemeClr val="accent2"/>
              </a:buClr>
              <a:buSzPct val="125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6pPr>
            <a:lvl7pPr marL="1371600" indent="-228600" algn="l" defTabSz="914400" rtl="0" eaLnBrk="1" latinLnBrk="0" hangingPunct="1">
              <a:lnSpc>
                <a:spcPct val="100000"/>
              </a:lnSpc>
              <a:spcBef>
                <a:spcPts val="400"/>
              </a:spcBef>
              <a:buClr>
                <a:schemeClr val="accent2"/>
              </a:buClr>
              <a:buSzPct val="90000"/>
              <a:buFont typeface="Arial" panose="020B0604020202020204" pitchFamily="34" charset="0"/>
              <a:buChar char="–"/>
              <a:defRPr sz="1600" kern="1200">
                <a:solidFill>
                  <a:schemeClr val="tx2"/>
                </a:solidFill>
                <a:latin typeface="+mn-lt"/>
                <a:ea typeface="+mn-ea"/>
                <a:cs typeface="+mn-cs"/>
              </a:defRPr>
            </a:lvl7pPr>
            <a:lvl8pPr marL="1600200" indent="-228600" algn="l" defTabSz="914400" rtl="0" eaLnBrk="1" latinLnBrk="0" hangingPunct="1">
              <a:lnSpc>
                <a:spcPct val="100000"/>
              </a:lnSpc>
              <a:spcBef>
                <a:spcPts val="400"/>
              </a:spcBef>
              <a:buClr>
                <a:schemeClr val="accent2"/>
              </a:buClr>
              <a:buSzPct val="90000"/>
              <a:buFont typeface="Courier New" panose="02070309020205020404" pitchFamily="49" charset="0"/>
              <a:buChar char="o"/>
              <a:defRPr sz="1600" kern="1200">
                <a:solidFill>
                  <a:schemeClr val="tx2"/>
                </a:solidFill>
                <a:latin typeface="+mn-lt"/>
                <a:ea typeface="+mn-ea"/>
                <a:cs typeface="+mn-cs"/>
              </a:defRPr>
            </a:lvl8pPr>
            <a:lvl9pPr marL="1600200" indent="-228600" algn="l" defTabSz="914400" rtl="0" eaLnBrk="1" latinLnBrk="0" hangingPunct="1">
              <a:lnSpc>
                <a:spcPct val="100000"/>
              </a:lnSpc>
              <a:spcBef>
                <a:spcPts val="400"/>
              </a:spcBef>
              <a:buClrTx/>
              <a:buSzPct val="90000"/>
              <a:buFont typeface="Courier New" panose="02070309020205020404" pitchFamily="49" charset="0"/>
              <a:buChar char="o"/>
              <a:defRPr sz="1600" kern="1200">
                <a:solidFill>
                  <a:schemeClr val="tx2"/>
                </a:solidFill>
                <a:latin typeface="+mn-lt"/>
                <a:ea typeface="+mn-ea"/>
                <a:cs typeface="+mn-cs"/>
              </a:defRPr>
            </a:lvl9pPr>
          </a:lstStyle>
          <a:p>
            <a:pPr marL="171450" indent="-171450" fontAlgn="base">
              <a:spcBef>
                <a:spcPct val="0"/>
              </a:spcBef>
              <a:spcAft>
                <a:spcPct val="0"/>
              </a:spcAft>
              <a:buFont typeface="Arial" panose="020B0604020202020204" pitchFamily="34" charset="0"/>
              <a:buChar char="•"/>
              <a:tabLst>
                <a:tab pos="228600" algn="l"/>
              </a:tabLst>
            </a:pPr>
            <a:r>
              <a:rPr lang="en-GB" altLang="en-US" sz="1000" dirty="0"/>
              <a:t>Technical Debt Management</a:t>
            </a:r>
          </a:p>
          <a:p>
            <a:pPr marL="171450" indent="-171450" fontAlgn="base">
              <a:spcBef>
                <a:spcPct val="0"/>
              </a:spcBef>
              <a:spcAft>
                <a:spcPct val="0"/>
              </a:spcAft>
              <a:buFont typeface="Arial" panose="020B0604020202020204" pitchFamily="34" charset="0"/>
              <a:buChar char="•"/>
              <a:tabLst>
                <a:tab pos="228600" algn="l"/>
              </a:tabLst>
            </a:pPr>
            <a:r>
              <a:rPr lang="en-US" altLang="en-US" sz="1000" dirty="0"/>
              <a:t>Project Estimations and implementation Strategy </a:t>
            </a:r>
          </a:p>
          <a:p>
            <a:pPr marL="171450" indent="-171450" fontAlgn="base">
              <a:spcBef>
                <a:spcPct val="0"/>
              </a:spcBef>
              <a:spcAft>
                <a:spcPct val="0"/>
              </a:spcAft>
              <a:buFont typeface="Arial" panose="020B0604020202020204" pitchFamily="34" charset="0"/>
              <a:buChar char="•"/>
              <a:tabLst>
                <a:tab pos="228600" algn="l"/>
              </a:tabLst>
            </a:pPr>
            <a:r>
              <a:rPr lang="en-US" altLang="en-US" sz="1000" dirty="0"/>
              <a:t>Solution Design via JAD Session</a:t>
            </a:r>
          </a:p>
          <a:p>
            <a:pPr marL="171450" indent="-171450" fontAlgn="base">
              <a:spcBef>
                <a:spcPct val="0"/>
              </a:spcBef>
              <a:spcAft>
                <a:spcPct val="0"/>
              </a:spcAft>
              <a:buFont typeface="Arial" panose="020B0604020202020204" pitchFamily="34" charset="0"/>
              <a:buChar char="•"/>
              <a:tabLst>
                <a:tab pos="228600" algn="l"/>
              </a:tabLst>
            </a:pPr>
            <a:r>
              <a:rPr lang="en-US" altLang="en-US" sz="1000" dirty="0"/>
              <a:t>Deployment Strategies and Change Management</a:t>
            </a:r>
          </a:p>
          <a:p>
            <a:pPr marL="171450" indent="-171450" fontAlgn="base">
              <a:spcBef>
                <a:spcPct val="0"/>
              </a:spcBef>
              <a:spcAft>
                <a:spcPct val="0"/>
              </a:spcAft>
              <a:buFont typeface="Arial" panose="020B0604020202020204" pitchFamily="34" charset="0"/>
              <a:buChar char="•"/>
              <a:tabLst>
                <a:tab pos="228600" algn="l"/>
              </a:tabLst>
            </a:pPr>
            <a:r>
              <a:rPr lang="en-US" altLang="en-US" sz="1000" dirty="0"/>
              <a:t>Coaching &amp; Mentoring</a:t>
            </a:r>
          </a:p>
          <a:p>
            <a:pPr marL="171450" indent="-171450" eaLnBrk="0" fontAlgn="base" hangingPunct="0">
              <a:spcBef>
                <a:spcPct val="0"/>
              </a:spcBef>
              <a:spcAft>
                <a:spcPct val="0"/>
              </a:spcAft>
              <a:buFont typeface="Arial" panose="020B0604020202020204" pitchFamily="34" charset="0"/>
              <a:buChar char="•"/>
              <a:tabLst>
                <a:tab pos="228600" algn="l"/>
              </a:tabLst>
            </a:pPr>
            <a:endParaRPr lang="en-US" altLang="en-US" sz="1000" dirty="0">
              <a:ea typeface="Times New Roman" panose="02020603050405020304" pitchFamily="18" charset="0"/>
            </a:endParaRPr>
          </a:p>
        </p:txBody>
      </p:sp>
      <p:sp>
        <p:nvSpPr>
          <p:cNvPr id="47" name="TextBox 46">
            <a:extLst>
              <a:ext uri="{FF2B5EF4-FFF2-40B4-BE49-F238E27FC236}">
                <a16:creationId xmlns:a16="http://schemas.microsoft.com/office/drawing/2014/main" id="{2B146BD2-9884-ED31-C18A-C9A2D5F08A19}"/>
              </a:ext>
            </a:extLst>
          </p:cNvPr>
          <p:cNvSpPr txBox="1"/>
          <p:nvPr/>
        </p:nvSpPr>
        <p:spPr>
          <a:xfrm>
            <a:off x="5888430" y="1814683"/>
            <a:ext cx="5919185" cy="1938992"/>
          </a:xfrm>
          <a:prstGeom prst="rect">
            <a:avLst/>
          </a:prstGeom>
          <a:noFill/>
        </p:spPr>
        <p:txBody>
          <a:bodyPr wrap="square">
            <a:spAutoFit/>
          </a:bodyPr>
          <a:lstStyle/>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Designed and developed the data model and end-to-end architecture ensuring that the data flows seamlessly between the related systems. </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Designed and developed a Knowledge Base in the service cloud for community users which encompasses Trending Articles, Featured Topics and Favorite Articles, Configuring Experience Cloud, creating custom Lightning web components, designing user interfaces and integrating with external systems using the MuleSoft API’s </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Responsible for of code review, Solution for Spaghetti Apex(duplicated and </a:t>
            </a:r>
            <a:r>
              <a:rPr lang="en-US" sz="1000" dirty="0" err="1">
                <a:solidFill>
                  <a:schemeClr val="tx2"/>
                </a:solidFill>
                <a:latin typeface="Arial" panose="020B0604020202020204" pitchFamily="34" charset="0"/>
                <a:cs typeface="Arial" panose="020B0604020202020204" pitchFamily="34" charset="0"/>
              </a:rPr>
              <a:t>unbulkified</a:t>
            </a:r>
            <a:r>
              <a:rPr lang="en-US" sz="1000" dirty="0">
                <a:solidFill>
                  <a:schemeClr val="tx2"/>
                </a:solidFill>
                <a:latin typeface="Arial" panose="020B0604020202020204" pitchFamily="34" charset="0"/>
                <a:cs typeface="Arial" panose="020B0604020202020204" pitchFamily="34" charset="0"/>
              </a:rPr>
              <a:t> logics), optimize the existing configurations</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Work closely with client partners, technology data vendors and cross functional teams to design, develop, adopt, and manage modernization programs of client architecture and data quality management.</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Write complex queries and perform data analysis, analyze application issues or process failures</a:t>
            </a:r>
          </a:p>
        </p:txBody>
      </p:sp>
      <p:sp>
        <p:nvSpPr>
          <p:cNvPr id="49" name="TextBox 48">
            <a:extLst>
              <a:ext uri="{FF2B5EF4-FFF2-40B4-BE49-F238E27FC236}">
                <a16:creationId xmlns:a16="http://schemas.microsoft.com/office/drawing/2014/main" id="{D79D7F5C-8908-9C0A-2289-EE7204E6B466}"/>
              </a:ext>
            </a:extLst>
          </p:cNvPr>
          <p:cNvSpPr txBox="1"/>
          <p:nvPr/>
        </p:nvSpPr>
        <p:spPr>
          <a:xfrm>
            <a:off x="5736656" y="1553073"/>
            <a:ext cx="6097604" cy="261610"/>
          </a:xfrm>
          <a:prstGeom prst="rect">
            <a:avLst/>
          </a:prstGeom>
          <a:noFill/>
        </p:spPr>
        <p:txBody>
          <a:bodyPr wrap="square">
            <a:spAutoFit/>
          </a:bodyPr>
          <a:lstStyle/>
          <a:p>
            <a:r>
              <a:rPr lang="en-IN" sz="1100" b="1" dirty="0"/>
              <a:t>Currently working as a Senior technical Architect for a leading Media and Technology client</a:t>
            </a:r>
          </a:p>
        </p:txBody>
      </p:sp>
      <p:sp>
        <p:nvSpPr>
          <p:cNvPr id="50" name="TextBox 49">
            <a:extLst>
              <a:ext uri="{FF2B5EF4-FFF2-40B4-BE49-F238E27FC236}">
                <a16:creationId xmlns:a16="http://schemas.microsoft.com/office/drawing/2014/main" id="{BA4B939D-42F3-346D-89C3-4EFBD6DCA0D0}"/>
              </a:ext>
            </a:extLst>
          </p:cNvPr>
          <p:cNvSpPr txBox="1"/>
          <p:nvPr/>
        </p:nvSpPr>
        <p:spPr>
          <a:xfrm>
            <a:off x="5799221" y="3904116"/>
            <a:ext cx="6097604" cy="261610"/>
          </a:xfrm>
          <a:prstGeom prst="rect">
            <a:avLst/>
          </a:prstGeom>
          <a:noFill/>
        </p:spPr>
        <p:txBody>
          <a:bodyPr wrap="square">
            <a:spAutoFit/>
          </a:bodyPr>
          <a:lstStyle/>
          <a:p>
            <a:r>
              <a:rPr lang="en-IN" sz="1100" b="1" dirty="0"/>
              <a:t>Other experiences</a:t>
            </a:r>
          </a:p>
        </p:txBody>
      </p:sp>
      <p:sp>
        <p:nvSpPr>
          <p:cNvPr id="51" name="TextBox 50">
            <a:extLst>
              <a:ext uri="{FF2B5EF4-FFF2-40B4-BE49-F238E27FC236}">
                <a16:creationId xmlns:a16="http://schemas.microsoft.com/office/drawing/2014/main" id="{D1E83C27-3D2C-536D-129C-4CF643864FB7}"/>
              </a:ext>
            </a:extLst>
          </p:cNvPr>
          <p:cNvSpPr txBox="1"/>
          <p:nvPr/>
        </p:nvSpPr>
        <p:spPr>
          <a:xfrm>
            <a:off x="5832296" y="4175709"/>
            <a:ext cx="6031452" cy="2092881"/>
          </a:xfrm>
          <a:prstGeom prst="rect">
            <a:avLst/>
          </a:prstGeom>
          <a:noFill/>
        </p:spPr>
        <p:txBody>
          <a:bodyPr wrap="square">
            <a:spAutoFit/>
          </a:bodyPr>
          <a:lstStyle/>
          <a:p>
            <a:endParaRPr lang="en-US" sz="1000" dirty="0">
              <a:solidFill>
                <a:schemeClr val="tx2"/>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Analyze scope of work, Requirement gathering and working closely with onshore team and client.</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Articulate business problems and participate in the development of conceptual and logical architecture</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Identify all areas where improvement can be made ex: memory leakage, hard coding removal or coding standard were not followed.</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Estimation for Jira stories and elaborate the stories on Jira. </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Ensure on time delivery of modules as per committed timelines.</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Expand all existing implementation including integration for new business and closely worked with other interface team to implement it. </a:t>
            </a:r>
          </a:p>
          <a:p>
            <a:pPr marL="171450" indent="-171450">
              <a:buFont typeface="Arial" panose="020B0604020202020204" pitchFamily="34" charset="0"/>
              <a:buChar char="•"/>
            </a:pPr>
            <a:r>
              <a:rPr lang="en-US" sz="1000" dirty="0">
                <a:solidFill>
                  <a:schemeClr val="tx2"/>
                </a:solidFill>
                <a:latin typeface="Arial" panose="020B0604020202020204" pitchFamily="34" charset="0"/>
                <a:cs typeface="Arial" panose="020B0604020202020204" pitchFamily="34" charset="0"/>
              </a:rPr>
              <a:t>Responsible for QA/UAT completion for all stories as per sprint plan and complete it on time along with issue resolution. </a:t>
            </a:r>
          </a:p>
          <a:p>
            <a:pPr marL="171450" indent="-171450">
              <a:buFont typeface="Arial" panose="020B0604020202020204" pitchFamily="34" charset="0"/>
              <a:buChar char="•"/>
            </a:pPr>
            <a:endParaRPr lang="en-US" sz="1000" dirty="0">
              <a:solidFill>
                <a:schemeClr val="tx2"/>
              </a:solidFill>
              <a:latin typeface="Arial" panose="020B0604020202020204" pitchFamily="34" charset="0"/>
              <a:cs typeface="Arial" panose="020B0604020202020204" pitchFamily="34" charset="0"/>
            </a:endParaRPr>
          </a:p>
        </p:txBody>
      </p:sp>
      <p:pic>
        <p:nvPicPr>
          <p:cNvPr id="8" name="Picture 7" descr="A person wearing glasses&#10;&#10;Description automatically generated with medium confidence">
            <a:extLst>
              <a:ext uri="{FF2B5EF4-FFF2-40B4-BE49-F238E27FC236}">
                <a16:creationId xmlns:a16="http://schemas.microsoft.com/office/drawing/2014/main" id="{4E669513-CCE7-ED54-5DE8-697332D215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055" y="1424473"/>
            <a:ext cx="634011" cy="821678"/>
          </a:xfrm>
          <a:prstGeom prst="rect">
            <a:avLst/>
          </a:prstGeom>
        </p:spPr>
      </p:pic>
      <p:pic>
        <p:nvPicPr>
          <p:cNvPr id="13" name="Picture 12" descr="A blue hexagon with white text&#10;&#10;AI-generated content may be incorrect.">
            <a:extLst>
              <a:ext uri="{FF2B5EF4-FFF2-40B4-BE49-F238E27FC236}">
                <a16:creationId xmlns:a16="http://schemas.microsoft.com/office/drawing/2014/main" id="{C0398BCE-434D-9F85-CFAD-A92A6BB2E4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8264" y="1609909"/>
            <a:ext cx="415290" cy="407035"/>
          </a:xfrm>
          <a:prstGeom prst="rect">
            <a:avLst/>
          </a:prstGeom>
        </p:spPr>
      </p:pic>
      <p:sp>
        <p:nvSpPr>
          <p:cNvPr id="14" name="Rectangle 4">
            <a:extLst>
              <a:ext uri="{FF2B5EF4-FFF2-40B4-BE49-F238E27FC236}">
                <a16:creationId xmlns:a16="http://schemas.microsoft.com/office/drawing/2014/main" id="{B27D5352-3705-1BF2-3125-58C3EF3A9324}"/>
              </a:ext>
            </a:extLst>
          </p:cNvPr>
          <p:cNvSpPr>
            <a:spLocks noChangeArrowheads="1"/>
          </p:cNvSpPr>
          <p:nvPr/>
        </p:nvSpPr>
        <p:spPr bwMode="auto">
          <a:xfrm>
            <a:off x="4185757" y="155213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7" name="Picture 7" descr="A hexagon with white text and blue and white text&#10;&#10;AI-generated content may be incorrect.">
            <a:extLst>
              <a:ext uri="{FF2B5EF4-FFF2-40B4-BE49-F238E27FC236}">
                <a16:creationId xmlns:a16="http://schemas.microsoft.com/office/drawing/2014/main" id="{B2522F71-BAE1-9D7D-A1AA-48E9DB889829}"/>
              </a:ext>
            </a:extLst>
          </p:cNvPr>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2756241" y="1612706"/>
            <a:ext cx="711200" cy="4064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A blue hexagon with white text&#10;&#10;AI-generated content may be incorrect.">
            <a:extLst>
              <a:ext uri="{FF2B5EF4-FFF2-40B4-BE49-F238E27FC236}">
                <a16:creationId xmlns:a16="http://schemas.microsoft.com/office/drawing/2014/main" id="{E74CFA88-2072-52E4-B5A7-04EAAEE62A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86121" y="1616469"/>
            <a:ext cx="421005" cy="412750"/>
          </a:xfrm>
          <a:prstGeom prst="rect">
            <a:avLst/>
          </a:prstGeom>
        </p:spPr>
      </p:pic>
      <p:pic>
        <p:nvPicPr>
          <p:cNvPr id="16" name="Picture 15" descr="A hexagon with white text and blue background&#10;&#10;AI-generated content may be incorrect.">
            <a:extLst>
              <a:ext uri="{FF2B5EF4-FFF2-40B4-BE49-F238E27FC236}">
                <a16:creationId xmlns:a16="http://schemas.microsoft.com/office/drawing/2014/main" id="{DD92731E-707B-76B3-35BA-A7D470A82EF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919382" y="1651600"/>
            <a:ext cx="415290" cy="406400"/>
          </a:xfrm>
          <a:prstGeom prst="rect">
            <a:avLst/>
          </a:prstGeom>
        </p:spPr>
      </p:pic>
      <p:pic>
        <p:nvPicPr>
          <p:cNvPr id="17" name="Picture 16" descr="A blue hexagon with white text&#10;&#10;AI-generated content may be incorrect.">
            <a:extLst>
              <a:ext uri="{FF2B5EF4-FFF2-40B4-BE49-F238E27FC236}">
                <a16:creationId xmlns:a16="http://schemas.microsoft.com/office/drawing/2014/main" id="{61A241B8-ACE5-8384-484B-0EE252D69DE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881819" y="1621490"/>
            <a:ext cx="415290" cy="407035"/>
          </a:xfrm>
          <a:prstGeom prst="rect">
            <a:avLst/>
          </a:prstGeom>
        </p:spPr>
      </p:pic>
    </p:spTree>
    <p:extLst>
      <p:ext uri="{BB962C8B-B14F-4D97-AF65-F5344CB8AC3E}">
        <p14:creationId xmlns:p14="http://schemas.microsoft.com/office/powerpoint/2010/main" val="220283699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gnizantnewbrand">
  <a:themeElements>
    <a:clrScheme name="Cognizant Colors 2020">
      <a:dk1>
        <a:srgbClr val="0033A0"/>
      </a:dk1>
      <a:lt1>
        <a:srgbClr val="FFFFFF"/>
      </a:lt1>
      <a:dk2>
        <a:srgbClr val="000000"/>
      </a:dk2>
      <a:lt2>
        <a:srgbClr val="FFFFFF"/>
      </a:lt2>
      <a:accent1>
        <a:srgbClr val="000063"/>
      </a:accent1>
      <a:accent2>
        <a:srgbClr val="0033A0"/>
      </a:accent2>
      <a:accent3>
        <a:srgbClr val="2C67FF"/>
      </a:accent3>
      <a:accent4>
        <a:srgbClr val="328DFF"/>
      </a:accent4>
      <a:accent5>
        <a:srgbClr val="404040"/>
      </a:accent5>
      <a:accent6>
        <a:srgbClr val="D9D9D9"/>
      </a:accent6>
      <a:hlink>
        <a:srgbClr val="0033B4"/>
      </a:hlink>
      <a:folHlink>
        <a:srgbClr val="7BA0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wrap="square" lIns="0" tIns="0" rIns="0" bIns="0" rtlCol="0">
        <a:spAutoFit/>
      </a:bodyPr>
      <a:lstStyle>
        <a:defPPr algn="l">
          <a:defRPr dirty="0" smtClean="0">
            <a:solidFill>
              <a:schemeClr val="tx2"/>
            </a:solidFill>
          </a:defRPr>
        </a:defPPr>
      </a:lstStyle>
    </a:txDef>
  </a:objectDefaults>
  <a:extraClrSchemeLst/>
  <a:extLst>
    <a:ext uri="{05A4C25C-085E-4340-85A3-A5531E510DB2}">
      <thm15:themeFamily xmlns:thm15="http://schemas.microsoft.com/office/thememl/2012/main" name="Cognizantnewbrand" id="{34464321-73E4-410E-B743-CF8D3DC5F44C}" vid="{66CDC2FA-A042-42D3-A5C3-2B3348401B6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771</TotalTime>
  <Words>466</Words>
  <Application>Microsoft Macintosh PowerPoint</Application>
  <PresentationFormat>Widescreen</PresentationFormat>
  <Paragraphs>39</Paragraphs>
  <Slides>1</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vt:i4>
      </vt:variant>
    </vt:vector>
  </HeadingPairs>
  <TitlesOfParts>
    <vt:vector size="8" baseType="lpstr">
      <vt:lpstr>Arial</vt:lpstr>
      <vt:lpstr>Calibri</vt:lpstr>
      <vt:lpstr>Calibri Light</vt:lpstr>
      <vt:lpstr>Courier New</vt:lpstr>
      <vt:lpstr>Times New Roman</vt:lpstr>
      <vt:lpstr>1_Office Theme</vt:lpstr>
      <vt:lpstr>Cognizantnewbrand</vt:lpstr>
      <vt:lpstr>Vixit Bhardwaj – Technical Architect – Projects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Vixit Bhardwaj (Cognizant)</dc:creator>
  <cp:keywords/>
  <dc:description/>
  <cp:lastModifiedBy>Bhardwaj, Vixit (Cognizant)</cp:lastModifiedBy>
  <cp:revision>39</cp:revision>
  <dcterms:created xsi:type="dcterms:W3CDTF">2023-03-10T10:35:06Z</dcterms:created>
  <dcterms:modified xsi:type="dcterms:W3CDTF">2025-03-12T17:35:34Z</dcterms:modified>
  <cp:category/>
</cp:coreProperties>
</file>